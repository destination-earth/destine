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79" r:id="rId5"/>
    <p:sldId id="280" r:id="rId6"/>
    <p:sldId id="281" r:id="rId7"/>
    <p:sldId id="282" r:id="rId8"/>
    <p:sldId id="284" r:id="rId9"/>
    <p:sldId id="285" r:id="rId10"/>
    <p:sldId id="286" r:id="rId11"/>
    <p:sldId id="283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85774E-F9AA-0ED4-DD00-74E1F0A09CB3}" name="Claudia Vitolo" initials="CV" userId="S::claudia.vitolo_esa.int#ext#@rheasystemsa.onmicrosoft.com::570fc49b-4f78-4f8e-85ee-a78a05b35c30" providerId="AD"/>
  <p188:author id="{EC7F57AB-4C57-726A-44C8-AA53957CA33D}" name="Antonio Romeo" initials="AR" userId="S::a.romeo@rheagroup.com::4680925d-8a99-4f59-9718-e7f758a89295" providerId="AD"/>
  <p188:author id="{8F89E0C1-C187-D3F8-0DE4-0F1BDB2EC082}" name="Rafael Cereceda" initials="RC" userId="S::rafael.cereceda_ecmwf.int#ext#@rheasystemsa.onmicrosoft.com::e580b3d5-669d-47b1-a353-f13a299b3b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7FD"/>
    <a:srgbClr val="164194"/>
    <a:srgbClr val="0C0C19"/>
    <a:srgbClr val="0B4935"/>
    <a:srgbClr val="5A9752"/>
    <a:srgbClr val="6E8BAF"/>
    <a:srgbClr val="3B85C2"/>
    <a:srgbClr val="71A3D8"/>
    <a:srgbClr val="2D2C5A"/>
    <a:srgbClr val="DC6A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298380-B6BB-4CA9-95D9-00E3DDAA454E}" v="20" dt="2024-09-26T18:23:22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2"/>
    <p:restoredTop sz="94672"/>
  </p:normalViewPr>
  <p:slideViewPr>
    <p:cSldViewPr snapToGrid="0" snapToObjects="1">
      <p:cViewPr varScale="1">
        <p:scale>
          <a:sx n="85" d="100"/>
          <a:sy n="85" d="100"/>
        </p:scale>
        <p:origin x="57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.colucci@trust-itservices.com" userId="S::l.colucci_trust-itservices.com#ext#@rheasystemsa.onmicrosoft.com::6d9f20b0-125f-4734-98ad-736df3242354" providerId="AD" clId="Web-{DF298380-B6BB-4CA9-95D9-00E3DDAA454E}"/>
    <pc:docChg chg="modSld">
      <pc:chgData name="l.colucci@trust-itservices.com" userId="S::l.colucci_trust-itservices.com#ext#@rheasystemsa.onmicrosoft.com::6d9f20b0-125f-4734-98ad-736df3242354" providerId="AD" clId="Web-{DF298380-B6BB-4CA9-95D9-00E3DDAA454E}" dt="2024-09-26T18:23:22.027" v="19" actId="1076"/>
      <pc:docMkLst>
        <pc:docMk/>
      </pc:docMkLst>
      <pc:sldChg chg="modSp">
        <pc:chgData name="l.colucci@trust-itservices.com" userId="S::l.colucci_trust-itservices.com#ext#@rheasystemsa.onmicrosoft.com::6d9f20b0-125f-4734-98ad-736df3242354" providerId="AD" clId="Web-{DF298380-B6BB-4CA9-95D9-00E3DDAA454E}" dt="2024-09-26T18:22:56.310" v="14" actId="1076"/>
        <pc:sldMkLst>
          <pc:docMk/>
          <pc:sldMk cId="441576980" sldId="280"/>
        </pc:sldMkLst>
        <pc:spChg chg="mod">
          <ac:chgData name="l.colucci@trust-itservices.com" userId="S::l.colucci_trust-itservices.com#ext#@rheasystemsa.onmicrosoft.com::6d9f20b0-125f-4734-98ad-736df3242354" providerId="AD" clId="Web-{DF298380-B6BB-4CA9-95D9-00E3DDAA454E}" dt="2024-09-26T18:22:56.310" v="14" actId="1076"/>
          <ac:spMkLst>
            <pc:docMk/>
            <pc:sldMk cId="441576980" sldId="280"/>
            <ac:spMk id="5" creationId="{A63F5780-919A-D611-2305-B2C53ACE9630}"/>
          </ac:spMkLst>
        </pc:spChg>
      </pc:sldChg>
      <pc:sldChg chg="addSp delSp modSp">
        <pc:chgData name="l.colucci@trust-itservices.com" userId="S::l.colucci_trust-itservices.com#ext#@rheasystemsa.onmicrosoft.com::6d9f20b0-125f-4734-98ad-736df3242354" providerId="AD" clId="Web-{DF298380-B6BB-4CA9-95D9-00E3DDAA454E}" dt="2024-09-26T18:23:03.605" v="15" actId="1076"/>
        <pc:sldMkLst>
          <pc:docMk/>
          <pc:sldMk cId="429932331" sldId="281"/>
        </pc:sldMkLst>
        <pc:spChg chg="add del mod">
          <ac:chgData name="l.colucci@trust-itservices.com" userId="S::l.colucci_trust-itservices.com#ext#@rheasystemsa.onmicrosoft.com::6d9f20b0-125f-4734-98ad-736df3242354" providerId="AD" clId="Web-{DF298380-B6BB-4CA9-95D9-00E3DDAA454E}" dt="2024-09-26T18:23:03.605" v="15" actId="1076"/>
          <ac:spMkLst>
            <pc:docMk/>
            <pc:sldMk cId="429932331" sldId="281"/>
            <ac:spMk id="4" creationId="{157F405D-F98E-91E8-91FE-56FC0FBAEA9B}"/>
          </ac:spMkLst>
        </pc:spChg>
        <pc:spChg chg="add del mod">
          <ac:chgData name="l.colucci@trust-itservices.com" userId="S::l.colucci_trust-itservices.com#ext#@rheasystemsa.onmicrosoft.com::6d9f20b0-125f-4734-98ad-736df3242354" providerId="AD" clId="Web-{DF298380-B6BB-4CA9-95D9-00E3DDAA454E}" dt="2024-09-26T18:22:11.541" v="7"/>
          <ac:spMkLst>
            <pc:docMk/>
            <pc:sldMk cId="429932331" sldId="281"/>
            <ac:spMk id="6" creationId="{13975238-A677-1345-680B-29AC1E0FAB3C}"/>
          </ac:spMkLst>
        </pc:spChg>
      </pc:sldChg>
      <pc:sldChg chg="modSp">
        <pc:chgData name="l.colucci@trust-itservices.com" userId="S::l.colucci_trust-itservices.com#ext#@rheasystemsa.onmicrosoft.com::6d9f20b0-125f-4734-98ad-736df3242354" providerId="AD" clId="Web-{DF298380-B6BB-4CA9-95D9-00E3DDAA454E}" dt="2024-09-26T18:23:08.089" v="16" actId="1076"/>
        <pc:sldMkLst>
          <pc:docMk/>
          <pc:sldMk cId="699105831" sldId="282"/>
        </pc:sldMkLst>
        <pc:spChg chg="mod">
          <ac:chgData name="l.colucci@trust-itservices.com" userId="S::l.colucci_trust-itservices.com#ext#@rheasystemsa.onmicrosoft.com::6d9f20b0-125f-4734-98ad-736df3242354" providerId="AD" clId="Web-{DF298380-B6BB-4CA9-95D9-00E3DDAA454E}" dt="2024-09-26T18:23:08.089" v="16" actId="1076"/>
          <ac:spMkLst>
            <pc:docMk/>
            <pc:sldMk cId="699105831" sldId="282"/>
            <ac:spMk id="4" creationId="{E108C775-EBF8-15D4-89B2-A8FF9A734F72}"/>
          </ac:spMkLst>
        </pc:spChg>
      </pc:sldChg>
      <pc:sldChg chg="modSp">
        <pc:chgData name="l.colucci@trust-itservices.com" userId="S::l.colucci_trust-itservices.com#ext#@rheasystemsa.onmicrosoft.com::6d9f20b0-125f-4734-98ad-736df3242354" providerId="AD" clId="Web-{DF298380-B6BB-4CA9-95D9-00E3DDAA454E}" dt="2024-09-26T18:23:13.293" v="17" actId="1076"/>
        <pc:sldMkLst>
          <pc:docMk/>
          <pc:sldMk cId="602455408" sldId="284"/>
        </pc:sldMkLst>
        <pc:spChg chg="mod">
          <ac:chgData name="l.colucci@trust-itservices.com" userId="S::l.colucci_trust-itservices.com#ext#@rheasystemsa.onmicrosoft.com::6d9f20b0-125f-4734-98ad-736df3242354" providerId="AD" clId="Web-{DF298380-B6BB-4CA9-95D9-00E3DDAA454E}" dt="2024-09-26T18:23:13.293" v="17" actId="1076"/>
          <ac:spMkLst>
            <pc:docMk/>
            <pc:sldMk cId="602455408" sldId="284"/>
            <ac:spMk id="5" creationId="{471CE000-8211-2679-6847-DEBE56FC5054}"/>
          </ac:spMkLst>
        </pc:spChg>
      </pc:sldChg>
      <pc:sldChg chg="modSp">
        <pc:chgData name="l.colucci@trust-itservices.com" userId="S::l.colucci_trust-itservices.com#ext#@rheasystemsa.onmicrosoft.com::6d9f20b0-125f-4734-98ad-736df3242354" providerId="AD" clId="Web-{DF298380-B6BB-4CA9-95D9-00E3DDAA454E}" dt="2024-09-26T18:23:17.605" v="18" actId="1076"/>
        <pc:sldMkLst>
          <pc:docMk/>
          <pc:sldMk cId="2522382794" sldId="285"/>
        </pc:sldMkLst>
        <pc:spChg chg="mod">
          <ac:chgData name="l.colucci@trust-itservices.com" userId="S::l.colucci_trust-itservices.com#ext#@rheasystemsa.onmicrosoft.com::6d9f20b0-125f-4734-98ad-736df3242354" providerId="AD" clId="Web-{DF298380-B6BB-4CA9-95D9-00E3DDAA454E}" dt="2024-09-26T18:23:17.605" v="18" actId="1076"/>
          <ac:spMkLst>
            <pc:docMk/>
            <pc:sldMk cId="2522382794" sldId="285"/>
            <ac:spMk id="4" creationId="{C76171CB-1D59-A7DC-A445-FC8C756578CD}"/>
          </ac:spMkLst>
        </pc:spChg>
      </pc:sldChg>
      <pc:sldChg chg="modSp">
        <pc:chgData name="l.colucci@trust-itservices.com" userId="S::l.colucci_trust-itservices.com#ext#@rheasystemsa.onmicrosoft.com::6d9f20b0-125f-4734-98ad-736df3242354" providerId="AD" clId="Web-{DF298380-B6BB-4CA9-95D9-00E3DDAA454E}" dt="2024-09-26T18:23:22.027" v="19" actId="1076"/>
        <pc:sldMkLst>
          <pc:docMk/>
          <pc:sldMk cId="840199128" sldId="286"/>
        </pc:sldMkLst>
        <pc:spChg chg="mod">
          <ac:chgData name="l.colucci@trust-itservices.com" userId="S::l.colucci_trust-itservices.com#ext#@rheasystemsa.onmicrosoft.com::6d9f20b0-125f-4734-98ad-736df3242354" providerId="AD" clId="Web-{DF298380-B6BB-4CA9-95D9-00E3DDAA454E}" dt="2024-09-26T18:23:22.027" v="19" actId="1076"/>
          <ac:spMkLst>
            <pc:docMk/>
            <pc:sldMk cId="840199128" sldId="286"/>
            <ac:spMk id="4" creationId="{FE484E3A-C7C3-A813-160F-A24ED923386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78F18F-598D-4D0E-2CEC-7976353D03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85A78-4736-8AD9-1B38-A154426F95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59974-DE82-400A-9157-67BDB027C746}" type="datetimeFigureOut">
              <a:rPr lang="it-IT" smtClean="0"/>
              <a:t>26/09/2024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DF8B88-6206-A622-E214-D144D7190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43DA2-C8C3-97DB-B692-B7E9B40C35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B34FF-E1D3-4645-9505-BB4289C284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280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8BA5C-F142-084E-B366-105DF95A8417}" type="datetimeFigureOut">
              <a:rPr lang="it-IT" smtClean="0"/>
              <a:t>26/09/2024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463CD-308D-7640-AAAD-3BFC74617D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417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33E9-030D-F4DE-2915-0CF35D55A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38" y="948009"/>
            <a:ext cx="11643950" cy="926592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en-GB" dirty="0"/>
              <a:t>Click to edit the title</a:t>
            </a:r>
            <a:endParaRPr lang="it-IT" dirty="0"/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80C2F1AA-A047-1BB8-DDCE-14F6BEB79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38" y="2450592"/>
            <a:ext cx="11607177" cy="374294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975CDF-4B00-FC1D-09BB-AA38CFD36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32831" y="6344764"/>
            <a:ext cx="6603740" cy="2901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68B3EB-FCB2-A948-EDC5-A6B37B0DBC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5639" y="418461"/>
            <a:ext cx="307405" cy="307405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E04F1CF-269F-DFA0-8695-C1D4B9D853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53311" y="6415678"/>
            <a:ext cx="2950465" cy="331932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D209B62-A295-895E-9861-D77A0BA13A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951369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6397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3358C8CA-C249-C944-1BDC-3055154B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4645"/>
            <a:ext cx="11700387" cy="504955"/>
          </a:xfrm>
        </p:spPr>
        <p:txBody>
          <a:bodyPr>
            <a:noAutofit/>
          </a:bodyPr>
          <a:lstStyle>
            <a:lvl1pPr algn="r">
              <a:defRPr sz="28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0EFEE2C8-A08C-B61E-AFAC-38C1BC0A3F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639" y="804672"/>
            <a:ext cx="5686125" cy="5388864"/>
          </a:xfrm>
        </p:spPr>
        <p:txBody>
          <a:bodyPr/>
          <a:lstStyle>
            <a:lvl1pPr marL="342900" indent="-342900" algn="l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Click to </a:t>
            </a:r>
            <a:r>
              <a:rPr lang="it-IT" dirty="0" err="1"/>
              <a:t>add</a:t>
            </a:r>
            <a:r>
              <a:rPr lang="it-IT" dirty="0"/>
              <a:t>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D9B5A4F-DCBE-3F78-D5D0-A60F20A529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5088" y="804672"/>
            <a:ext cx="5880938" cy="5388864"/>
          </a:xfrm>
        </p:spPr>
        <p:txBody>
          <a:bodyPr>
            <a:normAutofit/>
          </a:bodyPr>
          <a:lstStyle>
            <a:lvl1pPr marL="342900" indent="-342900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Click to </a:t>
            </a:r>
            <a:r>
              <a:rPr lang="it-IT" dirty="0" err="1"/>
              <a:t>add</a:t>
            </a:r>
            <a:r>
              <a:rPr lang="it-IT" dirty="0"/>
              <a:t> text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33014232-8AF4-3C78-FE34-4820C83C68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53311" y="6415678"/>
            <a:ext cx="2950465" cy="331932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2451554-B017-3436-6E7B-9B458B92C5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951369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494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BFBD60-43E3-1848-A702-B51F8127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804672"/>
            <a:ext cx="11700387" cy="5449824"/>
          </a:xfrm>
          <a:noFill/>
        </p:spPr>
        <p:txBody>
          <a:bodyPr/>
          <a:lstStyle>
            <a:lvl1pPr marL="2286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800" i="0">
                <a:solidFill>
                  <a:schemeClr val="tx1"/>
                </a:solidFill>
              </a:defRPr>
            </a:lvl3pPr>
            <a:lvl4pPr marL="16002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EFCA058A-663C-E1B1-FE66-251B79C8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4645"/>
            <a:ext cx="11700387" cy="517147"/>
          </a:xfrm>
        </p:spPr>
        <p:txBody>
          <a:bodyPr>
            <a:noAutofit/>
          </a:bodyPr>
          <a:lstStyle>
            <a:lvl1pPr algn="r">
              <a:defRPr sz="28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A302B7B-43AC-A001-119A-A977DC9CD6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53311" y="6415678"/>
            <a:ext cx="2950465" cy="331932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7EB8E-CD04-AD94-DB19-D6537C3A09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951369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904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2">
            <a:extLst>
              <a:ext uri="{FF2B5EF4-FFF2-40B4-BE49-F238E27FC236}">
                <a16:creationId xmlns:a16="http://schemas.microsoft.com/office/drawing/2014/main" id="{FD11F03D-F844-37EA-1F3C-3B5E68774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639" y="792480"/>
            <a:ext cx="11700387" cy="54254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0D126A8-3EB2-D894-8C16-123E941C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4645"/>
            <a:ext cx="11700387" cy="517147"/>
          </a:xfrm>
        </p:spPr>
        <p:txBody>
          <a:bodyPr>
            <a:noAutofit/>
          </a:bodyPr>
          <a:lstStyle>
            <a:lvl1pPr algn="r">
              <a:defRPr sz="28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8FD56-648B-8DD5-666A-17C954BFB0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53311" y="6415678"/>
            <a:ext cx="2950465" cy="331932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C6115-448B-2340-0C8B-73E026761A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951369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3702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E979D-4ECD-E5AA-D8DF-AB24622087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olo 1">
            <a:extLst>
              <a:ext uri="{FF2B5EF4-FFF2-40B4-BE49-F238E27FC236}">
                <a16:creationId xmlns:a16="http://schemas.microsoft.com/office/drawing/2014/main" id="{3358C8CA-C249-C944-1BDC-3055154B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4645"/>
            <a:ext cx="11700387" cy="504955"/>
          </a:xfrm>
        </p:spPr>
        <p:txBody>
          <a:bodyPr>
            <a:no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0EFEE2C8-A08C-B61E-AFAC-38C1BC0A3F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639" y="804672"/>
            <a:ext cx="5686125" cy="5388864"/>
          </a:xfrm>
        </p:spPr>
        <p:txBody>
          <a:bodyPr/>
          <a:lstStyle>
            <a:lvl1pPr marL="342900" indent="-342900" algn="l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Click to </a:t>
            </a:r>
            <a:r>
              <a:rPr lang="it-IT" dirty="0" err="1"/>
              <a:t>add</a:t>
            </a:r>
            <a:r>
              <a:rPr lang="it-IT" dirty="0"/>
              <a:t>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D9B5A4F-DCBE-3F78-D5D0-A60F20A529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5088" y="804672"/>
            <a:ext cx="5880938" cy="5388864"/>
          </a:xfrm>
        </p:spPr>
        <p:txBody>
          <a:bodyPr>
            <a:normAutofit/>
          </a:bodyPr>
          <a:lstStyle>
            <a:lvl1pPr marL="342900" indent="-342900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Click to </a:t>
            </a:r>
            <a:r>
              <a:rPr lang="it-IT" dirty="0" err="1"/>
              <a:t>add</a:t>
            </a:r>
            <a:r>
              <a:rPr lang="it-IT" dirty="0"/>
              <a:t> text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33014232-8AF4-3C78-FE34-4820C83C68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53311" y="6415678"/>
            <a:ext cx="2950465" cy="331932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2451554-B017-3436-6E7B-9B458B92C5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951369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9764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59015E-0FC4-F9C2-4EA9-5A05E2791F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BFBD60-43E3-1848-A702-B51F8127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804672"/>
            <a:ext cx="11700387" cy="5449824"/>
          </a:xfrm>
          <a:noFill/>
        </p:spPr>
        <p:txBody>
          <a:bodyPr/>
          <a:lstStyle>
            <a:lvl1pPr marL="2286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800" i="0">
                <a:solidFill>
                  <a:schemeClr val="tx1"/>
                </a:solidFill>
              </a:defRPr>
            </a:lvl3pPr>
            <a:lvl4pPr marL="16002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EFCA058A-663C-E1B1-FE66-251B79C8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4645"/>
            <a:ext cx="11700387" cy="517147"/>
          </a:xfrm>
        </p:spPr>
        <p:txBody>
          <a:bodyPr>
            <a:no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A302B7B-43AC-A001-119A-A977DC9CD6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53311" y="6415678"/>
            <a:ext cx="2950465" cy="331932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7EB8E-CD04-AD94-DB19-D6537C3A09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951369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928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A803F5-0383-0D1E-1FD6-9F7472B5D3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egnaposto testo 2">
            <a:extLst>
              <a:ext uri="{FF2B5EF4-FFF2-40B4-BE49-F238E27FC236}">
                <a16:creationId xmlns:a16="http://schemas.microsoft.com/office/drawing/2014/main" id="{FD11F03D-F844-37EA-1F3C-3B5E68774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639" y="792480"/>
            <a:ext cx="11700387" cy="54254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0D126A8-3EB2-D894-8C16-123E941C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4645"/>
            <a:ext cx="11700387" cy="517147"/>
          </a:xfrm>
        </p:spPr>
        <p:txBody>
          <a:bodyPr>
            <a:no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8FD56-648B-8DD5-666A-17C954BFB0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53311" y="6415678"/>
            <a:ext cx="2950465" cy="331932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C6115-448B-2340-0C8B-73E026761A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951369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486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FB2E27-540D-D74D-81C6-A450EED23D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41" y="2238702"/>
            <a:ext cx="4930978" cy="748337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EC Square Sans Pro" panose="020B0506040000020004" pitchFamily="34" charset="0"/>
              </a:defRPr>
            </a:lvl1pPr>
          </a:lstStyle>
          <a:p>
            <a:r>
              <a:rPr lang="it-IT" dirty="0"/>
              <a:t>THANKS!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25A78EA-1A46-7D4D-AAF7-6608833D3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641" y="4213868"/>
            <a:ext cx="4930978" cy="141600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FA451-CA1D-09D5-FF4A-507CC1CC72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32831" y="6344764"/>
            <a:ext cx="6603740" cy="2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6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143DDB0-DF84-2F44-9A71-F8A90B5B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840900"/>
            <a:ext cx="11720052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9E1938-5B4B-8D48-8241-093B3B5E9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5975" y="2313387"/>
            <a:ext cx="11720052" cy="3863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9EF36A-BE85-ED4A-9054-F32D5DB1C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53311" y="6323887"/>
            <a:ext cx="3852673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EC Square Sans Pro" panose="020B05060400000200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D6AADA-7DCC-BB49-B37F-A20073FD0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5639" y="6309711"/>
            <a:ext cx="951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EC Square Sans Pro" panose="020B0506040000020004" pitchFamily="34" charset="0"/>
              </a:defRPr>
            </a:lvl1pPr>
          </a:lstStyle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5682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EC Square Sans Pro" panose="020B050604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1"/>
        </a:buBlip>
        <a:defRPr sz="28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24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20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18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18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stination-earth.eu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4153-FDF8-4106-C0E3-76CD1097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384EF-A00A-4AA0-97C3-811C1CE97E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71203-53D7-8604-6D94-E3DC3499DE83}"/>
              </a:ext>
            </a:extLst>
          </p:cNvPr>
          <p:cNvSpPr txBox="1"/>
          <p:nvPr/>
        </p:nvSpPr>
        <p:spPr>
          <a:xfrm>
            <a:off x="572911" y="417689"/>
            <a:ext cx="2252133" cy="32737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 fontScale="92500" lnSpcReduction="10000"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destination-earth.eu</a:t>
            </a:r>
            <a:endParaRPr lang="it-IT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404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40F8-6395-83BB-5311-FDFCBE00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1C829-7DEB-E9B6-9C78-A42FA1CB73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C970A-E72B-F7A0-BE2E-EB6E52E9D2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F5780-919A-D611-2305-B2C53ACE96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057802" y="6415678"/>
            <a:ext cx="2950465" cy="331932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85FAE-2873-C714-7A5D-2D614AC06D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157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A10393-6C2E-9789-A17A-23DA4E85C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FF2E9F-A4B2-2A07-4216-5CDB10062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F405D-F98E-91E8-91FE-56FC0FBAEA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44066" y="6415678"/>
            <a:ext cx="2950465" cy="331932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98D37-3DF1-41F6-F7FA-C109ACADB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993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970EF6-16BD-8076-32B6-C0C4E5323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01B919-7329-8B6A-5BF8-B79B0C0D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8C775-EBF8-15D4-89B2-A8FF9A734F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29688" y="6415678"/>
            <a:ext cx="2950465" cy="331932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90A22-0CA3-C2EF-DD84-9CDABC90A5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910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6BF8-07CF-55BA-11C3-0A54B5C5A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3D3C0-C0B1-F44A-BA77-D8D3779BA7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6C3BD-51F9-8327-0427-4E78735AA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CE000-8211-2679-6847-DEBE56FC50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87198" y="6415678"/>
            <a:ext cx="2950465" cy="331932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82C91-D8FD-5098-5A74-3FD2F10EB9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245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1BA7E9-E394-13EA-3043-72500CFE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548A39-E6BC-C117-39EB-22C28BC9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171CB-1D59-A7DC-A445-FC8C756578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15953" y="6415678"/>
            <a:ext cx="2950465" cy="331932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26EEF-A41A-61FC-2016-8686F63BB5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238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AFDDE6-9A0C-4EA1-F005-B27B34D62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4DB437-8149-EC93-E17F-32D82203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84E3A-C7C3-A813-160F-A24ED92338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29688" y="6415678"/>
            <a:ext cx="2950465" cy="331932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1B3EB-C5D7-62FA-CB0B-EB1FCBA58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4019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AE068-8F23-0BBE-EA36-24AF42831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1D64E-D2BE-7512-554E-2B4FA8027F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7636972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1e1866-b0c4-4e07-91cc-633d9c28dc39" xsi:nil="true"/>
    <lcf76f155ced4ddcb4097134ff3c332f xmlns="e52e99af-e22b-4a66-9c8b-20198721f09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1B0877AE03854480FC574A68B37D74" ma:contentTypeVersion="15" ma:contentTypeDescription="Create a new document." ma:contentTypeScope="" ma:versionID="c95ab7109a75d4831bcd82e6f2f7034c">
  <xsd:schema xmlns:xsd="http://www.w3.org/2001/XMLSchema" xmlns:xs="http://www.w3.org/2001/XMLSchema" xmlns:p="http://schemas.microsoft.com/office/2006/metadata/properties" xmlns:ns2="e52e99af-e22b-4a66-9c8b-20198721f093" xmlns:ns3="1c1e1866-b0c4-4e07-91cc-633d9c28dc39" targetNamespace="http://schemas.microsoft.com/office/2006/metadata/properties" ma:root="true" ma:fieldsID="940c20d75c1a5b00912aefc1a56bf2c3" ns2:_="" ns3:_="">
    <xsd:import namespace="e52e99af-e22b-4a66-9c8b-20198721f093"/>
    <xsd:import namespace="1c1e1866-b0c4-4e07-91cc-633d9c28d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e99af-e22b-4a66-9c8b-20198721f0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54beaa3-a1fb-4dfd-bbf1-cfc6f70e07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e1866-b0c4-4e07-91cc-633d9c28dc3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a5c0da12-cd0d-4e5b-a95e-12251753d4fb}" ma:internalName="TaxCatchAll" ma:showField="CatchAllData" ma:web="1c1e1866-b0c4-4e07-91cc-633d9c28d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0ED0A0-7655-41F5-B355-23C08BC1A994}">
  <ds:schemaRefs>
    <ds:schemaRef ds:uri="http://schemas.microsoft.com/office/2006/metadata/properties"/>
    <ds:schemaRef ds:uri="http://schemas.microsoft.com/office/infopath/2007/PartnerControls"/>
    <ds:schemaRef ds:uri="1c1e1866-b0c4-4e07-91cc-633d9c28dc39"/>
    <ds:schemaRef ds:uri="e52e99af-e22b-4a66-9c8b-20198721f093"/>
  </ds:schemaRefs>
</ds:datastoreItem>
</file>

<file path=customXml/itemProps2.xml><?xml version="1.0" encoding="utf-8"?>
<ds:datastoreItem xmlns:ds="http://schemas.openxmlformats.org/officeDocument/2006/customXml" ds:itemID="{3DC5F521-D5E9-4B0C-8CD2-E3B8D816092B}"/>
</file>

<file path=customXml/itemProps3.xml><?xml version="1.0" encoding="utf-8"?>
<ds:datastoreItem xmlns:ds="http://schemas.openxmlformats.org/officeDocument/2006/customXml" ds:itemID="{54E57CB5-71A6-43B2-9022-54BE3214FC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9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9" baseType="lpstr">
      <vt:lpstr>Standard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 di Microsoft Office</dc:creator>
  <cp:lastModifiedBy>luigi colucci</cp:lastModifiedBy>
  <cp:revision>136</cp:revision>
  <dcterms:created xsi:type="dcterms:W3CDTF">2022-02-17T16:07:10Z</dcterms:created>
  <dcterms:modified xsi:type="dcterms:W3CDTF">2024-09-26T18:23:31Z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0x010100831B0877AE03854480FC574A68B37D74</vt:lpwstr>
  </property>
  <property fmtid="{D5CDD505-2E9C-101B-9397-08002B2CF9AE}" pid="3" name="MediaServiceImageTags">
    <vt:lpwstr/>
  </property>
</Properties>
</file>