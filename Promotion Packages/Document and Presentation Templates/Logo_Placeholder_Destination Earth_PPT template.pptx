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C85774E-F9AA-0ED4-DD00-74E1F0A09CB3}" name="Claudia Vitolo" initials="CV" userId="S::claudia.vitolo_esa.int#ext#@rheasystemsa.onmicrosoft.com::570fc49b-4f78-4f8e-85ee-a78a05b35c30" providerId="AD"/>
  <p188:author id="{EC7F57AB-4C57-726A-44C8-AA53957CA33D}" name="Antonio Romeo" initials="AR" userId="S::a.romeo@rheagroup.com::4680925d-8a99-4f59-9718-e7f758a89295" providerId="AD"/>
  <p188:author id="{8F89E0C1-C187-D3F8-0DE4-0F1BDB2EC082}" name="Rafael Cereceda" initials="RC" userId="S::rafael.cereceda_ecmwf.int#ext#@rheasystemsa.onmicrosoft.com::e580b3d5-669d-47b1-a353-f13a299b3b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7FD"/>
    <a:srgbClr val="164194"/>
    <a:srgbClr val="0C0C19"/>
    <a:srgbClr val="0B4935"/>
    <a:srgbClr val="5A9752"/>
    <a:srgbClr val="6E8BAF"/>
    <a:srgbClr val="3B85C2"/>
    <a:srgbClr val="71A3D8"/>
    <a:srgbClr val="2D2C5A"/>
    <a:srgbClr val="DC6A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298380-B6BB-4CA9-95D9-00E3DDAA454E}" v="20" dt="2024-09-26T18:23:22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2"/>
    <p:restoredTop sz="94672"/>
  </p:normalViewPr>
  <p:slideViewPr>
    <p:cSldViewPr snapToGrid="0" snapToObjects="1">
      <p:cViewPr varScale="1">
        <p:scale>
          <a:sx n="70" d="100"/>
          <a:sy n="70" d="100"/>
        </p:scale>
        <p:origin x="376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9" d="100"/>
          <a:sy n="69" d="100"/>
        </p:scale>
        <p:origin x="32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78F18F-598D-4D0E-2CEC-7976353D03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85A78-4736-8AD9-1B38-A154426F95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159974-DE82-400A-9157-67BDB027C746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DF8B88-6206-A622-E214-D144D7190C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43DA2-C8C3-97DB-B692-B7E9B40C35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B34FF-E1D3-4645-9505-BB4289C2842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80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8BA5C-F142-084E-B366-105DF95A8417}" type="datetimeFigureOut">
              <a:rPr lang="it-IT" smtClean="0"/>
              <a:t>07/10/2024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463CD-308D-7640-AAAD-3BFC74617DD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177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33E9-030D-F4DE-2915-0CF35D55A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5638" y="948009"/>
            <a:ext cx="11643950" cy="926592"/>
          </a:xfrm>
        </p:spPr>
        <p:txBody>
          <a:bodyPr>
            <a:normAutofit/>
          </a:bodyPr>
          <a:lstStyle>
            <a:lvl1pPr algn="l">
              <a:defRPr sz="4400"/>
            </a:lvl1pPr>
          </a:lstStyle>
          <a:p>
            <a:r>
              <a:rPr lang="en-GB" dirty="0"/>
              <a:t>Click to edit the title</a:t>
            </a:r>
            <a:endParaRPr lang="it-IT" dirty="0"/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80C2F1AA-A047-1BB8-DDCE-14F6BEB79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638" y="2450592"/>
            <a:ext cx="11607177" cy="374294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975CDF-4B00-FC1D-09BB-AA38CFD363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32831" y="6344764"/>
            <a:ext cx="6603740" cy="2901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A68B3EB-FCB2-A948-EDC5-A6B37B0DBC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79172" y="352608"/>
            <a:ext cx="307405" cy="307405"/>
          </a:xfrm>
          <a:prstGeom prst="rect">
            <a:avLst/>
          </a:prstGeom>
        </p:spPr>
      </p:pic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E04F1CF-269F-DFA0-8695-C1D4B9D853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81867" y="6382485"/>
            <a:ext cx="1882309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D209B62-A295-895E-9861-D77A0BA13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11" name="Segnaposto immagine 10">
            <a:extLst>
              <a:ext uri="{FF2B5EF4-FFF2-40B4-BE49-F238E27FC236}">
                <a16:creationId xmlns:a16="http://schemas.microsoft.com/office/drawing/2014/main" id="{29218D30-2FA7-C516-B046-AF47F53848C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55639" y="268192"/>
            <a:ext cx="1803400" cy="457674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F6ED4F2-A9F1-355A-BD4E-9741ED3B6D64}"/>
              </a:ext>
            </a:extLst>
          </p:cNvPr>
          <p:cNvSpPr txBox="1"/>
          <p:nvPr userDrawn="1"/>
        </p:nvSpPr>
        <p:spPr>
          <a:xfrm>
            <a:off x="2548469" y="310400"/>
            <a:ext cx="3132667" cy="37325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destination-earth.eu</a:t>
            </a:r>
          </a:p>
        </p:txBody>
      </p:sp>
    </p:spTree>
    <p:extLst>
      <p:ext uri="{BB962C8B-B14F-4D97-AF65-F5344CB8AC3E}">
        <p14:creationId xmlns:p14="http://schemas.microsoft.com/office/powerpoint/2010/main" val="2263974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358C8CA-C249-C944-1BDC-3055154B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1867" y="104645"/>
            <a:ext cx="8874159" cy="504955"/>
          </a:xfrm>
        </p:spPr>
        <p:txBody>
          <a:bodyPr>
            <a:noAutofit/>
          </a:bodyPr>
          <a:lstStyle>
            <a:lvl1pPr algn="r">
              <a:defRPr sz="28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0EFEE2C8-A08C-B61E-AFAC-38C1BC0A3F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639" y="804672"/>
            <a:ext cx="5686125" cy="5388864"/>
          </a:xfrm>
        </p:spPr>
        <p:txBody>
          <a:bodyPr/>
          <a:lstStyle>
            <a:lvl1pPr marL="342900" indent="-342900" algn="l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D9B5A4F-DCBE-3F78-D5D0-A60F20A529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5088" y="804672"/>
            <a:ext cx="5880938" cy="5388864"/>
          </a:xfrm>
        </p:spPr>
        <p:txBody>
          <a:bodyPr>
            <a:normAutofit/>
          </a:bodyPr>
          <a:lstStyle>
            <a:lvl1pPr marL="342900" indent="-3429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379CB02-8653-9036-2AA0-6E4CCDEECC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88533" y="6382485"/>
            <a:ext cx="3575643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87996C3-CE16-8DDF-8F8E-56F97CBEEF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8" name="Segnaposto immagine 10">
            <a:extLst>
              <a:ext uri="{FF2B5EF4-FFF2-40B4-BE49-F238E27FC236}">
                <a16:creationId xmlns:a16="http://schemas.microsoft.com/office/drawing/2014/main" id="{CFCBD286-EB93-FDB3-43B1-D0C931CF1F2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55639" y="111394"/>
            <a:ext cx="1803400" cy="348530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494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BFBD60-43E3-1848-A702-B51F8127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804672"/>
            <a:ext cx="11700387" cy="5449824"/>
          </a:xfrm>
          <a:noFill/>
        </p:spPr>
        <p:txBody>
          <a:bodyPr/>
          <a:lstStyle>
            <a:lvl1pPr marL="2286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800" i="0">
                <a:solidFill>
                  <a:schemeClr val="tx1"/>
                </a:solidFill>
              </a:defRPr>
            </a:lvl3pPr>
            <a:lvl4pPr marL="16002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EFCA058A-663C-E1B1-FE66-251B79C8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867" y="104645"/>
            <a:ext cx="8493159" cy="517147"/>
          </a:xfrm>
        </p:spPr>
        <p:txBody>
          <a:bodyPr>
            <a:noAutofit/>
          </a:bodyPr>
          <a:lstStyle>
            <a:lvl1pPr algn="r">
              <a:defRPr sz="28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F59C082-0728-171A-302F-6335E96E1F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46201" y="6382485"/>
            <a:ext cx="3617976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71702C0-E422-0C63-454B-8E492A3110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Segnaposto immagine 10">
            <a:extLst>
              <a:ext uri="{FF2B5EF4-FFF2-40B4-BE49-F238E27FC236}">
                <a16:creationId xmlns:a16="http://schemas.microsoft.com/office/drawing/2014/main" id="{A130F015-FFA0-A074-CE7B-09609A427C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5639" y="111394"/>
            <a:ext cx="1803400" cy="348530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904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2">
            <a:extLst>
              <a:ext uri="{FF2B5EF4-FFF2-40B4-BE49-F238E27FC236}">
                <a16:creationId xmlns:a16="http://schemas.microsoft.com/office/drawing/2014/main" id="{FD11F03D-F844-37EA-1F3C-3B5E6877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639" y="792480"/>
            <a:ext cx="11700387" cy="54254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0D126A8-3EB2-D894-8C16-123E941C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533" y="104645"/>
            <a:ext cx="8281493" cy="517147"/>
          </a:xfrm>
        </p:spPr>
        <p:txBody>
          <a:bodyPr>
            <a:noAutofit/>
          </a:bodyPr>
          <a:lstStyle>
            <a:lvl1pPr algn="r">
              <a:defRPr sz="28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6328539-D0D5-A243-3CA1-99A8101FD2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54667" y="6382485"/>
            <a:ext cx="3609509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D2F8B33-3810-9D20-D73E-E69BF98DA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590AD832-155B-5C5C-ED7F-3089B34457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5639" y="111394"/>
            <a:ext cx="1803400" cy="348530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37023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3358C8CA-C249-C944-1BDC-3055154B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2067" y="104645"/>
            <a:ext cx="8543959" cy="504955"/>
          </a:xfrm>
        </p:spPr>
        <p:txBody>
          <a:bodyPr>
            <a:noAutofit/>
          </a:bodyPr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7" name="Sottotitolo 2">
            <a:extLst>
              <a:ext uri="{FF2B5EF4-FFF2-40B4-BE49-F238E27FC236}">
                <a16:creationId xmlns:a16="http://schemas.microsoft.com/office/drawing/2014/main" id="{0EFEE2C8-A08C-B61E-AFAC-38C1BC0A3F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639" y="804672"/>
            <a:ext cx="5686125" cy="5388864"/>
          </a:xfrm>
        </p:spPr>
        <p:txBody>
          <a:bodyPr/>
          <a:lstStyle>
            <a:lvl1pPr marL="342900" indent="-342900" algn="l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D9B5A4F-DCBE-3F78-D5D0-A60F20A529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75088" y="804672"/>
            <a:ext cx="5880938" cy="5388864"/>
          </a:xfrm>
        </p:spPr>
        <p:txBody>
          <a:bodyPr>
            <a:normAutofit/>
          </a:bodyPr>
          <a:lstStyle>
            <a:lvl1pPr marL="342900" indent="-3429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Click to </a:t>
            </a:r>
            <a:r>
              <a:rPr lang="it-IT" dirty="0" err="1"/>
              <a:t>add</a:t>
            </a:r>
            <a:r>
              <a:rPr lang="it-IT" dirty="0"/>
              <a:t> text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F46B8C0-1E4A-1EAE-FD48-B01CF69AB0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61533" y="6382485"/>
            <a:ext cx="3702643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F7A86C8-BEFC-B828-E1DF-0B3DE7DF9C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47F8C92A-E973-096C-029D-72E97900ADD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5639" y="111394"/>
            <a:ext cx="1803400" cy="348530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9764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BFBD60-43E3-1848-A702-B51F8127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9" y="804672"/>
            <a:ext cx="11700387" cy="5449824"/>
          </a:xfrm>
          <a:noFill/>
        </p:spPr>
        <p:txBody>
          <a:bodyPr/>
          <a:lstStyle>
            <a:lvl1pPr marL="2286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800" i="0">
                <a:solidFill>
                  <a:schemeClr val="tx1"/>
                </a:solidFill>
              </a:defRPr>
            </a:lvl3pPr>
            <a:lvl4pPr marL="16002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rgbClr val="0070C0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EFCA058A-663C-E1B1-FE66-251B79C89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0" y="104645"/>
            <a:ext cx="8247626" cy="517147"/>
          </a:xfrm>
        </p:spPr>
        <p:txBody>
          <a:bodyPr>
            <a:noAutofit/>
          </a:bodyPr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5732631-165C-2F4E-BA80-D0EC96EB1E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329267" y="6382485"/>
            <a:ext cx="3634909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D2236D8-D0E4-F7EC-9EA2-4E3BE1478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Segnaposto immagine 10">
            <a:extLst>
              <a:ext uri="{FF2B5EF4-FFF2-40B4-BE49-F238E27FC236}">
                <a16:creationId xmlns:a16="http://schemas.microsoft.com/office/drawing/2014/main" id="{23048761-8F03-B046-A271-401A4E376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5639" y="111394"/>
            <a:ext cx="1803400" cy="348530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928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2">
            <a:extLst>
              <a:ext uri="{FF2B5EF4-FFF2-40B4-BE49-F238E27FC236}">
                <a16:creationId xmlns:a16="http://schemas.microsoft.com/office/drawing/2014/main" id="{FD11F03D-F844-37EA-1F3C-3B5E68774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639" y="792480"/>
            <a:ext cx="11700387" cy="54254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11" name="Titolo 1">
            <a:extLst>
              <a:ext uri="{FF2B5EF4-FFF2-40B4-BE49-F238E27FC236}">
                <a16:creationId xmlns:a16="http://schemas.microsoft.com/office/drawing/2014/main" id="{F0D126A8-3EB2-D894-8C16-123E941CE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5267" y="104645"/>
            <a:ext cx="8340759" cy="517147"/>
          </a:xfrm>
        </p:spPr>
        <p:txBody>
          <a:bodyPr>
            <a:noAutofit/>
          </a:bodyPr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0A0AA8-972D-563E-72BF-7CE772B9846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61533" y="6382485"/>
            <a:ext cx="3702643" cy="36512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7D5475D-371C-D150-1621-1540201D07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5639" y="6399081"/>
            <a:ext cx="658761" cy="365125"/>
          </a:xfrm>
          <a:prstGeom prst="rect">
            <a:avLst/>
          </a:prstGeom>
        </p:spPr>
        <p:txBody>
          <a:bodyPr/>
          <a:lstStyle/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Segnaposto immagine 10">
            <a:extLst>
              <a:ext uri="{FF2B5EF4-FFF2-40B4-BE49-F238E27FC236}">
                <a16:creationId xmlns:a16="http://schemas.microsoft.com/office/drawing/2014/main" id="{B166649D-A9AD-238D-AAF2-5BF2EB11A4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5639" y="111394"/>
            <a:ext cx="1803400" cy="348530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4860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FB2E27-540D-D74D-81C6-A450EED23D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3641" y="2238702"/>
            <a:ext cx="4930978" cy="748337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bg1"/>
                </a:solidFill>
                <a:latin typeface="EC Square Sans Pro" panose="020B0506040000020004" pitchFamily="34" charset="0"/>
              </a:defRPr>
            </a:lvl1pPr>
          </a:lstStyle>
          <a:p>
            <a:r>
              <a:rPr lang="it-IT" dirty="0"/>
              <a:t>THANKS!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25A78EA-1A46-7D4D-AAF7-6608833D3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641" y="4213868"/>
            <a:ext cx="4930978" cy="141600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FA451-CA1D-09D5-FF4A-507CC1CC72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2831" y="6344764"/>
            <a:ext cx="6603740" cy="290178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F1A17BD-6351-F290-B789-6F3C492467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77174" y="437024"/>
            <a:ext cx="307405" cy="307405"/>
          </a:xfrm>
          <a:prstGeom prst="rect">
            <a:avLst/>
          </a:prstGeom>
        </p:spPr>
      </p:pic>
      <p:sp>
        <p:nvSpPr>
          <p:cNvPr id="7" name="Segnaposto immagine 10">
            <a:extLst>
              <a:ext uri="{FF2B5EF4-FFF2-40B4-BE49-F238E27FC236}">
                <a16:creationId xmlns:a16="http://schemas.microsoft.com/office/drawing/2014/main" id="{333E5109-6101-B67C-4A51-DCCAF65D1C7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53641" y="352608"/>
            <a:ext cx="1803400" cy="457674"/>
          </a:xfrm>
          <a:solidFill>
            <a:srgbClr val="00B050"/>
          </a:solidFill>
        </p:spPr>
        <p:txBody>
          <a:bodyPr>
            <a:normAutofit/>
          </a:bodyPr>
          <a:lstStyle>
            <a:lvl1pPr marL="0" indent="0" algn="ctr">
              <a:buNone/>
              <a:defRPr sz="1800" b="1"/>
            </a:lvl1pPr>
          </a:lstStyle>
          <a:p>
            <a:r>
              <a:rPr lang="it-IT" dirty="0"/>
              <a:t>Your logo </a:t>
            </a:r>
            <a:r>
              <a:rPr lang="it-IT" dirty="0" err="1"/>
              <a:t>here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B0E9A84-F32B-6211-F497-DE4157EC29DF}"/>
              </a:ext>
            </a:extLst>
          </p:cNvPr>
          <p:cNvSpPr txBox="1"/>
          <p:nvPr userDrawn="1"/>
        </p:nvSpPr>
        <p:spPr>
          <a:xfrm>
            <a:off x="2646471" y="394816"/>
            <a:ext cx="3132667" cy="373258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rmAutofit/>
          </a:bodyPr>
          <a:lstStyle/>
          <a:p>
            <a:pPr algn="l"/>
            <a:r>
              <a:rPr lang="it-IT" b="1" dirty="0">
                <a:solidFill>
                  <a:schemeClr val="bg1"/>
                </a:solidFill>
              </a:rPr>
              <a:t>destination-earth.eu</a:t>
            </a:r>
          </a:p>
        </p:txBody>
      </p:sp>
    </p:spTree>
    <p:extLst>
      <p:ext uri="{BB962C8B-B14F-4D97-AF65-F5344CB8AC3E}">
        <p14:creationId xmlns:p14="http://schemas.microsoft.com/office/powerpoint/2010/main" val="171366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143DDB0-DF84-2F44-9A71-F8A90B5B0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840900"/>
            <a:ext cx="11720052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9E1938-5B4B-8D48-8241-093B3B5E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975" y="2313387"/>
            <a:ext cx="11720052" cy="3863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9EF36A-BE85-ED4A-9054-F32D5DB1C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53311" y="6323887"/>
            <a:ext cx="3852673" cy="331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EC Square Sans Pro" panose="020B05060400000200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D6AADA-7DCC-BB49-B37F-A20073FD0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55639" y="6309711"/>
            <a:ext cx="9513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EC Square Sans Pro" panose="020B0506040000020004" pitchFamily="34" charset="0"/>
              </a:defRPr>
            </a:lvl1pPr>
          </a:lstStyle>
          <a:p>
            <a:fld id="{2142E07A-D544-5D47-8EE2-FB691007F03E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56822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0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EC Square Sans Pro" panose="020B05060400000200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1"/>
        </a:buBlip>
        <a:defRPr sz="28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24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20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1"/>
        </a:buBlip>
        <a:defRPr sz="1800" b="0" i="0" kern="1200">
          <a:solidFill>
            <a:schemeClr val="bg1"/>
          </a:solidFill>
          <a:latin typeface="EC Square Sans Pro" panose="020B05060400000200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E73AEB-D116-3E98-4D22-50C4A6573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E642100-042C-5E2C-C79D-EB6CA5A50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9D55EB84-6843-41F9-1FD6-AB7C106FDC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370324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994CA4-CD28-0648-3AF4-D88928679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8F0BB6A-0FFB-F7E0-05C9-E4D9FD31E1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553C806-1B72-2BAA-B8F2-E518496CCD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5D7FD4-1DFC-1394-C1C1-EAC2B58595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C3C36D-1372-8317-C3A0-3970E3D20D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2</a:t>
            </a:fld>
            <a:endParaRPr lang="it-IT" dirty="0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5F815267-1E24-9824-EA74-37A0F2097BA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81589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024606BD-C1A4-B219-D286-2BA79D443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F6DBF3DF-EB52-9723-2CBC-135EBA2FD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6F03E02-9E38-635C-2123-DD0558791D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82ED64-4388-1199-372E-F065B388DD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3</a:t>
            </a:fld>
            <a:endParaRPr lang="it-IT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8E92A9D8-53E1-BD11-4507-B3E054DAEF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96497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4CA106F-CAB6-DF0C-879C-903F2616CF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B85C718-6CD2-276C-A497-D120C2C9B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5795937-ACD2-0511-6A4F-5CE07D3E67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7AEDF5C-E21A-8852-D1ED-E903E29241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4</a:t>
            </a:fld>
            <a:endParaRPr lang="it-IT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70AF1046-9DD3-6148-3A55-01B64FF8216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31755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BD16B0-AB13-4728-AA52-58EADCD4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1273B2E-B113-DAE6-3DA4-7334CEC799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C92C4F-1661-42D7-AD0F-59BFE47B9F5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1C76FE-4D9A-B75F-04EF-71D90C74B8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51E336-D7AF-0681-0787-6CACD8A4E7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5</a:t>
            </a:fld>
            <a:endParaRPr lang="it-IT" dirty="0"/>
          </a:p>
        </p:txBody>
      </p:sp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F1A482FD-EB7E-9480-2293-2F0ACA2C04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071482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BCF37326-F3E8-FE11-3E8F-12B3397DE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34601995-A390-6304-A5C7-96A37B7D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73F3EEF-5E2F-74F0-172F-ED77103277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91C50D0-E69D-06E5-C2F0-D9BFD5C396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6</a:t>
            </a:fld>
            <a:endParaRPr lang="it-IT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B1DE6B5D-170F-E0F9-6184-DF879E1773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101492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6D3EA79-DFDC-4A58-CF69-6E786105E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56BA01E7-633A-549E-87AF-0FFC03457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E7A4F19-C20D-A10E-3096-A75D7A0305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23FD908-9B0A-33AC-C2DD-447C95514C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42E07A-D544-5D47-8EE2-FB691007F03E}" type="slidenum">
              <a:rPr lang="it-IT" smtClean="0"/>
              <a:pPr/>
              <a:t>7</a:t>
            </a:fld>
            <a:endParaRPr lang="it-IT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EFAD2C9B-29A2-C7DF-0E34-F23969764B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32917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9C90AA-8773-AAFF-F07C-9591D82588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1E11E79-BADB-6177-D75F-1B9AB9F863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1F9F2A8A-4D2A-F8FF-C7D4-A2C5F17A57C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</p:spTree>
    <p:extLst>
      <p:ext uri="{BB962C8B-B14F-4D97-AF65-F5344CB8AC3E}">
        <p14:creationId xmlns:p14="http://schemas.microsoft.com/office/powerpoint/2010/main" val="2908012222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b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1B0877AE03854480FC574A68B37D74" ma:contentTypeVersion="15" ma:contentTypeDescription="Create a new document." ma:contentTypeScope="" ma:versionID="c95ab7109a75d4831bcd82e6f2f7034c">
  <xsd:schema xmlns:xsd="http://www.w3.org/2001/XMLSchema" xmlns:xs="http://www.w3.org/2001/XMLSchema" xmlns:p="http://schemas.microsoft.com/office/2006/metadata/properties" xmlns:ns2="e52e99af-e22b-4a66-9c8b-20198721f093" xmlns:ns3="1c1e1866-b0c4-4e07-91cc-633d9c28dc39" targetNamespace="http://schemas.microsoft.com/office/2006/metadata/properties" ma:root="true" ma:fieldsID="940c20d75c1a5b00912aefc1a56bf2c3" ns2:_="" ns3:_="">
    <xsd:import namespace="e52e99af-e22b-4a66-9c8b-20198721f093"/>
    <xsd:import namespace="1c1e1866-b0c4-4e07-91cc-633d9c28dc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e99af-e22b-4a66-9c8b-20198721f0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54beaa3-a1fb-4dfd-bbf1-cfc6f70e07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1e1866-b0c4-4e07-91cc-633d9c28dc3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a5c0da12-cd0d-4e5b-a95e-12251753d4fb}" ma:internalName="TaxCatchAll" ma:showField="CatchAllData" ma:web="1c1e1866-b0c4-4e07-91cc-633d9c28dc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1e1866-b0c4-4e07-91cc-633d9c28dc39" xsi:nil="true"/>
    <lcf76f155ced4ddcb4097134ff3c332f xmlns="e52e99af-e22b-4a66-9c8b-20198721f09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BDE096B-252B-4489-B00C-3B9F0DABB841}"/>
</file>

<file path=customXml/itemProps2.xml><?xml version="1.0" encoding="utf-8"?>
<ds:datastoreItem xmlns:ds="http://schemas.openxmlformats.org/officeDocument/2006/customXml" ds:itemID="{54E57CB5-71A6-43B2-9022-54BE3214FC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0ED0A0-7655-41F5-B355-23C08BC1A994}">
  <ds:schemaRefs>
    <ds:schemaRef ds:uri="http://schemas.microsoft.com/office/2006/metadata/properties"/>
    <ds:schemaRef ds:uri="http://schemas.microsoft.com/office/infopath/2007/PartnerControls"/>
    <ds:schemaRef ds:uri="1c1e1866-b0c4-4e07-91cc-633d9c28dc39"/>
    <ds:schemaRef ds:uri="e52e99af-e22b-4a66-9c8b-20198721f09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</Words>
  <Application>Microsoft Office PowerPoint</Application>
  <PresentationFormat>Widescreen</PresentationFormat>
  <Paragraphs>6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EC Square Sans Pro</vt:lpstr>
      <vt:lpstr>Standard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 di Microsoft Office</dc:creator>
  <cp:lastModifiedBy>Luigi</cp:lastModifiedBy>
  <cp:revision>142</cp:revision>
  <dcterms:created xsi:type="dcterms:W3CDTF">2022-02-17T16:07:10Z</dcterms:created>
  <dcterms:modified xsi:type="dcterms:W3CDTF">2024-10-07T07:20:05Z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0x010100831B0877AE03854480FC574A68B37D74</vt:lpwstr>
  </property>
  <property fmtid="{D5CDD505-2E9C-101B-9397-08002B2CF9AE}" pid="3" name="MediaServiceImageTags">
    <vt:lpwstr/>
  </property>
</Properties>
</file>