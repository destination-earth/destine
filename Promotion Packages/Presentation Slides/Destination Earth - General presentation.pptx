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omments/modernComment_110_9BD64016.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omments/modernComment_114_1C42F139.xml" ContentType="application/vnd.ms-powerpoint.comments+xml"/>
  <Override PartName="/ppt/comments/modernComment_115_12AD942D.xml" ContentType="application/vnd.ms-powerpoint.comments+xml"/>
  <Override PartName="/ppt/comments/modernComment_116_24D2382F.xml" ContentType="application/vnd.ms-powerpoint.comments+xml"/>
  <Override PartName="/ppt/comments/modernComment_118_37A542CB.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4"/>
  </p:notesMasterIdLst>
  <p:handoutMasterIdLst>
    <p:handoutMasterId r:id="rId15"/>
  </p:handoutMasterIdLst>
  <p:sldIdLst>
    <p:sldId id="270" r:id="rId5"/>
    <p:sldId id="272" r:id="rId6"/>
    <p:sldId id="275" r:id="rId7"/>
    <p:sldId id="276" r:id="rId8"/>
    <p:sldId id="277" r:id="rId9"/>
    <p:sldId id="278" r:id="rId10"/>
    <p:sldId id="280" r:id="rId11"/>
    <p:sldId id="281" r:id="rId12"/>
    <p:sldId id="274" r:id="rId13"/>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C85774E-F9AA-0ED4-DD00-74E1F0A09CB3}" name="Claudia Vitolo" initials="CV" userId="S::claudia.vitolo_esa.int#ext#@rheasystemsa.onmicrosoft.com::570fc49b-4f78-4f8e-85ee-a78a05b35c30" providerId="AD"/>
  <p188:author id="{EC7F57AB-4C57-726A-44C8-AA53957CA33D}" name="Antonio Romeo" initials="AR" userId="S::a.romeo@rheagroup.com::4680925d-8a99-4f59-9718-e7f758a89295" providerId="AD"/>
  <p188:author id="{8F89E0C1-C187-D3F8-0DE4-0F1BDB2EC082}" name="Rafael Cereceda" initials="RC" userId="S::rafael.cereceda_ecmwf.int#ext#@rheasystemsa.onmicrosoft.com::e580b3d5-669d-47b1-a353-f13a299b3b86" providerId="AD"/>
  <p188:author id="{3582EAC5-9720-80F9-B2CC-01C5C6E762AC}" name="z.smith@trust-itservices.com" initials="z." userId="S::z.smith_trust-itservices.com#ext#@rheasystemsa.onmicrosoft.com::f4a66058-a972-4209-b851-28868e9826fe" providerId="AD"/>
  <p188:author id="{828102DE-D343-A5CA-73A7-E87283FCE107}" name="BUBBERMAN Mara-Ioana (CNECT)" initials="B(" userId="S::mara-ioana.bubberman_ec.europa.eu#ext#@rheasystemsa.onmicrosoft.com::6c8d2ed6-bb17-4204-abef-0206b6f58a07" providerId="AD"/>
  <p188:author id="{644EF8F5-6701-890B-625F-9833A7A79CD3}" name="Danaele Puechmaille" initials="DP" userId="S::danaele.puechmaille_eumetsat.int#ext#@rheasystemsa.onmicrosoft.com::40d0c925-9499-431b-b41f-7dbb25854ae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7FD"/>
    <a:srgbClr val="164194"/>
    <a:srgbClr val="0C0C19"/>
    <a:srgbClr val="0B4935"/>
    <a:srgbClr val="5A9752"/>
    <a:srgbClr val="6E8BAF"/>
    <a:srgbClr val="3B85C2"/>
    <a:srgbClr val="71A3D8"/>
    <a:srgbClr val="2D2C5A"/>
    <a:srgbClr val="DC6A2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50DEC1-2AB9-631E-94D1-595CE8969F3E}" v="4" dt="2024-04-03T08:24:12.9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 Id="rId2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carrillo" userId="S::r.carrillo_trust-itservices.com#ext#@rheasystemsa.onmicrosoft.com::026f69b2-87a2-4e1b-80dd-a33c028f9d1d" providerId="AD" clId="Web-{F06A1DEC-571D-818F-B4B3-93FBAF1C8985}"/>
    <pc:docChg chg="delSld modSld">
      <pc:chgData name="r.carrillo" userId="S::r.carrillo_trust-itservices.com#ext#@rheasystemsa.onmicrosoft.com::026f69b2-87a2-4e1b-80dd-a33c028f9d1d" providerId="AD" clId="Web-{F06A1DEC-571D-818F-B4B3-93FBAF1C8985}" dt="2023-10-20T15:21:53.025" v="15"/>
      <pc:docMkLst>
        <pc:docMk/>
      </pc:docMkLst>
      <pc:sldChg chg="modSp">
        <pc:chgData name="r.carrillo" userId="S::r.carrillo_trust-itservices.com#ext#@rheasystemsa.onmicrosoft.com::026f69b2-87a2-4e1b-80dd-a33c028f9d1d" providerId="AD" clId="Web-{F06A1DEC-571D-818F-B4B3-93FBAF1C8985}" dt="2023-10-20T15:19:35.958" v="1" actId="20577"/>
        <pc:sldMkLst>
          <pc:docMk/>
          <pc:sldMk cId="2614509590" sldId="272"/>
        </pc:sldMkLst>
        <pc:spChg chg="mod">
          <ac:chgData name="r.carrillo" userId="S::r.carrillo_trust-itservices.com#ext#@rheasystemsa.onmicrosoft.com::026f69b2-87a2-4e1b-80dd-a33c028f9d1d" providerId="AD" clId="Web-{F06A1DEC-571D-818F-B4B3-93FBAF1C8985}" dt="2023-10-20T15:19:35.958" v="1" actId="20577"/>
          <ac:spMkLst>
            <pc:docMk/>
            <pc:sldMk cId="2614509590" sldId="272"/>
            <ac:spMk id="2" creationId="{D2CD392F-E696-6ED7-B217-CFA7C68BA924}"/>
          </ac:spMkLst>
        </pc:spChg>
      </pc:sldChg>
      <pc:sldChg chg="modSp">
        <pc:chgData name="r.carrillo" userId="S::r.carrillo_trust-itservices.com#ext#@rheasystemsa.onmicrosoft.com::026f69b2-87a2-4e1b-80dd-a33c028f9d1d" providerId="AD" clId="Web-{F06A1DEC-571D-818F-B4B3-93FBAF1C8985}" dt="2023-10-20T15:20:03.241" v="3" actId="20577"/>
        <pc:sldMkLst>
          <pc:docMk/>
          <pc:sldMk cId="2953503377" sldId="275"/>
        </pc:sldMkLst>
        <pc:spChg chg="mod">
          <ac:chgData name="r.carrillo" userId="S::r.carrillo_trust-itservices.com#ext#@rheasystemsa.onmicrosoft.com::026f69b2-87a2-4e1b-80dd-a33c028f9d1d" providerId="AD" clId="Web-{F06A1DEC-571D-818F-B4B3-93FBAF1C8985}" dt="2023-10-20T15:20:03.241" v="3" actId="20577"/>
          <ac:spMkLst>
            <pc:docMk/>
            <pc:sldMk cId="2953503377" sldId="275"/>
            <ac:spMk id="2" creationId="{D2CD392F-E696-6ED7-B217-CFA7C68BA924}"/>
          </ac:spMkLst>
        </pc:spChg>
      </pc:sldChg>
      <pc:sldChg chg="modSp">
        <pc:chgData name="r.carrillo" userId="S::r.carrillo_trust-itservices.com#ext#@rheasystemsa.onmicrosoft.com::026f69b2-87a2-4e1b-80dd-a33c028f9d1d" providerId="AD" clId="Web-{F06A1DEC-571D-818F-B4B3-93FBAF1C8985}" dt="2023-10-20T15:20:29.991" v="9" actId="20577"/>
        <pc:sldMkLst>
          <pc:docMk/>
          <pc:sldMk cId="474149177" sldId="276"/>
        </pc:sldMkLst>
        <pc:spChg chg="mod">
          <ac:chgData name="r.carrillo" userId="S::r.carrillo_trust-itservices.com#ext#@rheasystemsa.onmicrosoft.com::026f69b2-87a2-4e1b-80dd-a33c028f9d1d" providerId="AD" clId="Web-{F06A1DEC-571D-818F-B4B3-93FBAF1C8985}" dt="2023-10-20T15:20:29.991" v="9" actId="20577"/>
          <ac:spMkLst>
            <pc:docMk/>
            <pc:sldMk cId="474149177" sldId="276"/>
            <ac:spMk id="2" creationId="{D2CD392F-E696-6ED7-B217-CFA7C68BA924}"/>
          </ac:spMkLst>
        </pc:spChg>
      </pc:sldChg>
      <pc:sldChg chg="modSp del">
        <pc:chgData name="r.carrillo" userId="S::r.carrillo_trust-itservices.com#ext#@rheasystemsa.onmicrosoft.com::026f69b2-87a2-4e1b-80dd-a33c028f9d1d" providerId="AD" clId="Web-{F06A1DEC-571D-818F-B4B3-93FBAF1C8985}" dt="2023-10-20T15:21:53.025" v="15"/>
        <pc:sldMkLst>
          <pc:docMk/>
          <pc:sldMk cId="706746289" sldId="279"/>
        </pc:sldMkLst>
        <pc:spChg chg="mod">
          <ac:chgData name="r.carrillo" userId="S::r.carrillo_trust-itservices.com#ext#@rheasystemsa.onmicrosoft.com::026f69b2-87a2-4e1b-80dd-a33c028f9d1d" providerId="AD" clId="Web-{F06A1DEC-571D-818F-B4B3-93FBAF1C8985}" dt="2023-10-20T15:21:35.915" v="14" actId="20577"/>
          <ac:spMkLst>
            <pc:docMk/>
            <pc:sldMk cId="706746289" sldId="279"/>
            <ac:spMk id="2" creationId="{D2CD392F-E696-6ED7-B217-CFA7C68BA924}"/>
          </ac:spMkLst>
        </pc:spChg>
      </pc:sldChg>
    </pc:docChg>
  </pc:docChgLst>
  <pc:docChgLst>
    <pc:chgData name="Danaele Puechmaille" userId="S::danaele.puechmaille_eumetsat.int#ext#@rheasystemsa.onmicrosoft.com::40d0c925-9499-431b-b41f-7dbb25854aec" providerId="AD" clId="Web-{D650B7C7-4C86-5E04-485B-FF7128E87B24}"/>
    <pc:docChg chg="modSld">
      <pc:chgData name="Danaele Puechmaille" userId="S::danaele.puechmaille_eumetsat.int#ext#@rheasystemsa.onmicrosoft.com::40d0c925-9499-431b-b41f-7dbb25854aec" providerId="AD" clId="Web-{D650B7C7-4C86-5E04-485B-FF7128E87B24}" dt="2024-03-21T14:47:38.067" v="3"/>
      <pc:docMkLst>
        <pc:docMk/>
      </pc:docMkLst>
      <pc:sldChg chg="modSp">
        <pc:chgData name="Danaele Puechmaille" userId="S::danaele.puechmaille_eumetsat.int#ext#@rheasystemsa.onmicrosoft.com::40d0c925-9499-431b-b41f-7dbb25854aec" providerId="AD" clId="Web-{D650B7C7-4C86-5E04-485B-FF7128E87B24}" dt="2024-03-21T14:47:38.067" v="3"/>
        <pc:sldMkLst>
          <pc:docMk/>
          <pc:sldMk cId="617756719" sldId="278"/>
        </pc:sldMkLst>
        <pc:picChg chg="mod modCrop">
          <ac:chgData name="Danaele Puechmaille" userId="S::danaele.puechmaille_eumetsat.int#ext#@rheasystemsa.onmicrosoft.com::40d0c925-9499-431b-b41f-7dbb25854aec" providerId="AD" clId="Web-{D650B7C7-4C86-5E04-485B-FF7128E87B24}" dt="2024-03-21T14:47:38.067" v="3"/>
          <ac:picMkLst>
            <pc:docMk/>
            <pc:sldMk cId="617756719" sldId="278"/>
            <ac:picMk id="6" creationId="{91F16854-C369-72AA-B81B-573053A62C34}"/>
          </ac:picMkLst>
        </pc:picChg>
      </pc:sldChg>
    </pc:docChg>
  </pc:docChgLst>
  <pc:docChgLst>
    <pc:chgData name="z.smith@trust-itservices.com" userId="S::z.smith_trust-itservices.com#ext#@rheasystemsa.onmicrosoft.com::f4a66058-a972-4209-b851-28868e9826fe" providerId="AD" clId="Web-{73C7CE0B-EA92-43F4-6F13-14DC7A97A56F}"/>
    <pc:docChg chg="mod modSld">
      <pc:chgData name="z.smith@trust-itservices.com" userId="S::z.smith_trust-itservices.com#ext#@rheasystemsa.onmicrosoft.com::f4a66058-a972-4209-b851-28868e9826fe" providerId="AD" clId="Web-{73C7CE0B-EA92-43F4-6F13-14DC7A97A56F}" dt="2024-03-21T14:35:36.705" v="48"/>
      <pc:docMkLst>
        <pc:docMk/>
      </pc:docMkLst>
      <pc:sldChg chg="modSp modCm">
        <pc:chgData name="z.smith@trust-itservices.com" userId="S::z.smith_trust-itservices.com#ext#@rheasystemsa.onmicrosoft.com::f4a66058-a972-4209-b851-28868e9826fe" providerId="AD" clId="Web-{73C7CE0B-EA92-43F4-6F13-14DC7A97A56F}" dt="2024-03-21T14:31:32.187" v="31"/>
        <pc:sldMkLst>
          <pc:docMk/>
          <pc:sldMk cId="2614509590" sldId="272"/>
        </pc:sldMkLst>
        <pc:spChg chg="mod">
          <ac:chgData name="z.smith@trust-itservices.com" userId="S::z.smith_trust-itservices.com#ext#@rheasystemsa.onmicrosoft.com::f4a66058-a972-4209-b851-28868e9826fe" providerId="AD" clId="Web-{73C7CE0B-EA92-43F4-6F13-14DC7A97A56F}" dt="2024-03-21T14:31:19.405" v="30" actId="20577"/>
          <ac:spMkLst>
            <pc:docMk/>
            <pc:sldMk cId="2614509590" sldId="272"/>
            <ac:spMk id="2" creationId="{D2CD392F-E696-6ED7-B217-CFA7C68BA924}"/>
          </ac:spMkLst>
        </pc:spChg>
        <pc:extLst>
          <p:ext xmlns:p="http://schemas.openxmlformats.org/presentationml/2006/main" uri="{D6D511B9-2390-475A-947B-AFAB55BFBCF1}">
            <pc226:cmChg xmlns:pc226="http://schemas.microsoft.com/office/powerpoint/2022/06/main/command" chg="mod">
              <pc226:chgData name="z.smith@trust-itservices.com" userId="S::z.smith_trust-itservices.com#ext#@rheasystemsa.onmicrosoft.com::f4a66058-a972-4209-b851-28868e9826fe" providerId="AD" clId="Web-{73C7CE0B-EA92-43F4-6F13-14DC7A97A56F}" dt="2024-03-21T14:31:12.265" v="29" actId="20577"/>
              <pc2:cmMkLst xmlns:pc2="http://schemas.microsoft.com/office/powerpoint/2019/9/main/command">
                <pc:docMk/>
                <pc:sldMk cId="2614509590" sldId="272"/>
                <pc2:cmMk id="{90BBA9CD-D706-4E1F-A6FF-219CB4A055D3}"/>
              </pc2:cmMkLst>
            </pc226:cmChg>
            <pc226:cmChg xmlns:pc226="http://schemas.microsoft.com/office/powerpoint/2022/06/main/command" chg="mod">
              <pc226:chgData name="z.smith@trust-itservices.com" userId="S::z.smith_trust-itservices.com#ext#@rheasystemsa.onmicrosoft.com::f4a66058-a972-4209-b851-28868e9826fe" providerId="AD" clId="Web-{73C7CE0B-EA92-43F4-6F13-14DC7A97A56F}" dt="2024-03-21T14:31:32.187" v="31"/>
              <pc2:cmMkLst xmlns:pc2="http://schemas.microsoft.com/office/powerpoint/2019/9/main/command">
                <pc:docMk/>
                <pc:sldMk cId="2614509590" sldId="272"/>
                <pc2:cmMk id="{CDDF60DE-0C49-427D-8C6F-E92A65DC84C3}"/>
              </pc2:cmMkLst>
            </pc226:cmChg>
          </p:ext>
        </pc:extLst>
      </pc:sldChg>
      <pc:sldChg chg="modSp modCm">
        <pc:chgData name="z.smith@trust-itservices.com" userId="S::z.smith_trust-itservices.com#ext#@rheasystemsa.onmicrosoft.com::f4a66058-a972-4209-b851-28868e9826fe" providerId="AD" clId="Web-{73C7CE0B-EA92-43F4-6F13-14DC7A97A56F}" dt="2024-03-21T14:29:39.045" v="23"/>
        <pc:sldMkLst>
          <pc:docMk/>
          <pc:sldMk cId="474149177" sldId="276"/>
        </pc:sldMkLst>
        <pc:spChg chg="mod">
          <ac:chgData name="z.smith@trust-itservices.com" userId="S::z.smith_trust-itservices.com#ext#@rheasystemsa.onmicrosoft.com::f4a66058-a972-4209-b851-28868e9826fe" providerId="AD" clId="Web-{73C7CE0B-EA92-43F4-6F13-14DC7A97A56F}" dt="2024-03-21T14:29:35.842" v="22" actId="20577"/>
          <ac:spMkLst>
            <pc:docMk/>
            <pc:sldMk cId="474149177" sldId="276"/>
            <ac:spMk id="2" creationId="{D2CD392F-E696-6ED7-B217-CFA7C68BA924}"/>
          </ac:spMkLst>
        </pc:spChg>
        <pc:extLst>
          <p:ext xmlns:p="http://schemas.openxmlformats.org/presentationml/2006/main" uri="{D6D511B9-2390-475A-947B-AFAB55BFBCF1}">
            <pc226:cmChg xmlns:pc226="http://schemas.microsoft.com/office/powerpoint/2022/06/main/command" chg="mod">
              <pc226:chgData name="z.smith@trust-itservices.com" userId="S::z.smith_trust-itservices.com#ext#@rheasystemsa.onmicrosoft.com::f4a66058-a972-4209-b851-28868e9826fe" providerId="AD" clId="Web-{73C7CE0B-EA92-43F4-6F13-14DC7A97A56F}" dt="2024-03-21T14:29:39.045" v="23"/>
              <pc2:cmMkLst xmlns:pc2="http://schemas.microsoft.com/office/powerpoint/2019/9/main/command">
                <pc:docMk/>
                <pc:sldMk cId="474149177" sldId="276"/>
                <pc2:cmMk id="{6A382685-BDB3-4939-92A3-BA89D4C2F439}"/>
              </pc2:cmMkLst>
            </pc226:cmChg>
          </p:ext>
        </pc:extLst>
      </pc:sldChg>
      <pc:sldChg chg="modSp modCm">
        <pc:chgData name="z.smith@trust-itservices.com" userId="S::z.smith_trust-itservices.com#ext#@rheasystemsa.onmicrosoft.com::f4a66058-a972-4209-b851-28868e9826fe" providerId="AD" clId="Web-{73C7CE0B-EA92-43F4-6F13-14DC7A97A56F}" dt="2024-03-21T14:29:14.889" v="21" actId="20577"/>
        <pc:sldMkLst>
          <pc:docMk/>
          <pc:sldMk cId="313365549" sldId="277"/>
        </pc:sldMkLst>
        <pc:spChg chg="mod">
          <ac:chgData name="z.smith@trust-itservices.com" userId="S::z.smith_trust-itservices.com#ext#@rheasystemsa.onmicrosoft.com::f4a66058-a972-4209-b851-28868e9826fe" providerId="AD" clId="Web-{73C7CE0B-EA92-43F4-6F13-14DC7A97A56F}" dt="2024-03-21T14:29:14.889" v="21" actId="20577"/>
          <ac:spMkLst>
            <pc:docMk/>
            <pc:sldMk cId="313365549" sldId="277"/>
            <ac:spMk id="2" creationId="{D2CD392F-E696-6ED7-B217-CFA7C68BA924}"/>
          </ac:spMkLst>
        </pc:spChg>
        <pc:extLst>
          <p:ext xmlns:p="http://schemas.openxmlformats.org/presentationml/2006/main" uri="{D6D511B9-2390-475A-947B-AFAB55BFBCF1}">
            <pc226:cmChg xmlns:pc226="http://schemas.microsoft.com/office/powerpoint/2022/06/main/command" chg="mod">
              <pc226:chgData name="z.smith@trust-itservices.com" userId="S::z.smith_trust-itservices.com#ext#@rheasystemsa.onmicrosoft.com::f4a66058-a972-4209-b851-28868e9826fe" providerId="AD" clId="Web-{73C7CE0B-EA92-43F4-6F13-14DC7A97A56F}" dt="2024-03-21T14:29:14.639" v="20"/>
              <pc2:cmMkLst xmlns:pc2="http://schemas.microsoft.com/office/powerpoint/2019/9/main/command">
                <pc:docMk/>
                <pc:sldMk cId="313365549" sldId="277"/>
                <pc2:cmMk id="{B23DD660-1379-4096-87BB-731D6516EFF6}"/>
              </pc2:cmMkLst>
            </pc226:cmChg>
            <pc226:cmChg xmlns:pc226="http://schemas.microsoft.com/office/powerpoint/2022/06/main/command" chg="mod">
              <pc226:chgData name="z.smith@trust-itservices.com" userId="S::z.smith_trust-itservices.com#ext#@rheasystemsa.onmicrosoft.com::f4a66058-a972-4209-b851-28868e9826fe" providerId="AD" clId="Web-{73C7CE0B-EA92-43F4-6F13-14DC7A97A56F}" dt="2024-03-21T14:29:12.138" v="19"/>
              <pc2:cmMkLst xmlns:pc2="http://schemas.microsoft.com/office/powerpoint/2019/9/main/command">
                <pc:docMk/>
                <pc:sldMk cId="313365549" sldId="277"/>
                <pc2:cmMk id="{88F15CE5-04A4-48E9-9B9D-BE3470EB40FE}"/>
              </pc2:cmMkLst>
            </pc226:cmChg>
          </p:ext>
        </pc:extLst>
      </pc:sldChg>
      <pc:sldChg chg="addSp delSp modSp modCm">
        <pc:chgData name="z.smith@trust-itservices.com" userId="S::z.smith_trust-itservices.com#ext#@rheasystemsa.onmicrosoft.com::f4a66058-a972-4209-b851-28868e9826fe" providerId="AD" clId="Web-{73C7CE0B-EA92-43F4-6F13-14DC7A97A56F}" dt="2024-03-21T14:35:08.267" v="46" actId="14100"/>
        <pc:sldMkLst>
          <pc:docMk/>
          <pc:sldMk cId="617756719" sldId="278"/>
        </pc:sldMkLst>
        <pc:picChg chg="add del mod">
          <ac:chgData name="z.smith@trust-itservices.com" userId="S::z.smith_trust-itservices.com#ext#@rheasystemsa.onmicrosoft.com::f4a66058-a972-4209-b851-28868e9826fe" providerId="AD" clId="Web-{73C7CE0B-EA92-43F4-6F13-14DC7A97A56F}" dt="2024-03-21T14:34:41.720" v="43"/>
          <ac:picMkLst>
            <pc:docMk/>
            <pc:sldMk cId="617756719" sldId="278"/>
            <ac:picMk id="2" creationId="{26930D4C-EFFF-E51D-B833-2B651695D449}"/>
          </ac:picMkLst>
        </pc:picChg>
        <pc:picChg chg="add mod">
          <ac:chgData name="z.smith@trust-itservices.com" userId="S::z.smith_trust-itservices.com#ext#@rheasystemsa.onmicrosoft.com::f4a66058-a972-4209-b851-28868e9826fe" providerId="AD" clId="Web-{73C7CE0B-EA92-43F4-6F13-14DC7A97A56F}" dt="2024-03-21T14:35:08.267" v="46" actId="14100"/>
          <ac:picMkLst>
            <pc:docMk/>
            <pc:sldMk cId="617756719" sldId="278"/>
            <ac:picMk id="6" creationId="{91F16854-C369-72AA-B81B-573053A62C34}"/>
          </ac:picMkLst>
        </pc:picChg>
        <pc:picChg chg="del">
          <ac:chgData name="z.smith@trust-itservices.com" userId="S::z.smith_trust-itservices.com#ext#@rheasystemsa.onmicrosoft.com::f4a66058-a972-4209-b851-28868e9826fe" providerId="AD" clId="Web-{73C7CE0B-EA92-43F4-6F13-14DC7A97A56F}" dt="2024-03-21T14:32:10.156" v="32"/>
          <ac:picMkLst>
            <pc:docMk/>
            <pc:sldMk cId="617756719" sldId="278"/>
            <ac:picMk id="10" creationId="{F103BABF-C067-90D6-E4D4-D9B30C956631}"/>
          </ac:picMkLst>
        </pc:picChg>
        <pc:extLst>
          <p:ext xmlns:p="http://schemas.openxmlformats.org/presentationml/2006/main" uri="{D6D511B9-2390-475A-947B-AFAB55BFBCF1}">
            <pc226:cmChg xmlns:pc226="http://schemas.microsoft.com/office/powerpoint/2022/06/main/command" chg="mod">
              <pc226:chgData name="z.smith@trust-itservices.com" userId="S::z.smith_trust-itservices.com#ext#@rheasystemsa.onmicrosoft.com::f4a66058-a972-4209-b851-28868e9826fe" providerId="AD" clId="Web-{73C7CE0B-EA92-43F4-6F13-14DC7A97A56F}" dt="2024-03-21T14:22:21.072" v="9"/>
              <pc2:cmMkLst xmlns:pc2="http://schemas.microsoft.com/office/powerpoint/2019/9/main/command">
                <pc:docMk/>
                <pc:sldMk cId="617756719" sldId="278"/>
                <pc2:cmMk id="{9E999DC4-C98C-4757-B408-F81C7C56710C}"/>
              </pc2:cmMkLst>
            </pc226:cmChg>
          </p:ext>
        </pc:extLst>
      </pc:sldChg>
      <pc:sldChg chg="modSp modCm">
        <pc:chgData name="z.smith@trust-itservices.com" userId="S::z.smith_trust-itservices.com#ext#@rheasystemsa.onmicrosoft.com::f4a66058-a972-4209-b851-28868e9826fe" providerId="AD" clId="Web-{73C7CE0B-EA92-43F4-6F13-14DC7A97A56F}" dt="2024-03-21T14:35:36.705" v="48"/>
        <pc:sldMkLst>
          <pc:docMk/>
          <pc:sldMk cId="933577419" sldId="280"/>
        </pc:sldMkLst>
        <pc:graphicFrameChg chg="mod modGraphic">
          <ac:chgData name="z.smith@trust-itservices.com" userId="S::z.smith_trust-itservices.com#ext#@rheasystemsa.onmicrosoft.com::f4a66058-a972-4209-b851-28868e9826fe" providerId="AD" clId="Web-{73C7CE0B-EA92-43F4-6F13-14DC7A97A56F}" dt="2024-03-21T14:18:15.320" v="8"/>
          <ac:graphicFrameMkLst>
            <pc:docMk/>
            <pc:sldMk cId="933577419" sldId="280"/>
            <ac:graphicFrameMk id="9" creationId="{EC708551-ECCA-57D8-FD85-A9D6FCF98B26}"/>
          </ac:graphicFrameMkLst>
        </pc:graphicFrameChg>
        <pc:extLst>
          <p:ext xmlns:p="http://schemas.openxmlformats.org/presentationml/2006/main" uri="{D6D511B9-2390-475A-947B-AFAB55BFBCF1}">
            <pc226:cmChg xmlns:pc226="http://schemas.microsoft.com/office/powerpoint/2022/06/main/command" chg="mod">
              <pc226:chgData name="z.smith@trust-itservices.com" userId="S::z.smith_trust-itservices.com#ext#@rheasystemsa.onmicrosoft.com::f4a66058-a972-4209-b851-28868e9826fe" providerId="AD" clId="Web-{73C7CE0B-EA92-43F4-6F13-14DC7A97A56F}" dt="2024-03-21T14:35:36.705" v="48"/>
              <pc2:cmMkLst xmlns:pc2="http://schemas.microsoft.com/office/powerpoint/2019/9/main/command">
                <pc:docMk/>
                <pc:sldMk cId="933577419" sldId="280"/>
                <pc2:cmMk id="{C8C6A70C-8C47-4573-AC7F-1C4E824F7EA0}"/>
              </pc2:cmMkLst>
            </pc226:cmChg>
            <pc226:cmChg xmlns:pc226="http://schemas.microsoft.com/office/powerpoint/2022/06/main/command" chg="mod">
              <pc226:chgData name="z.smith@trust-itservices.com" userId="S::z.smith_trust-itservices.com#ext#@rheasystemsa.onmicrosoft.com::f4a66058-a972-4209-b851-28868e9826fe" providerId="AD" clId="Web-{73C7CE0B-EA92-43F4-6F13-14DC7A97A56F}" dt="2024-03-21T14:35:33.001" v="47"/>
              <pc2:cmMkLst xmlns:pc2="http://schemas.microsoft.com/office/powerpoint/2019/9/main/command">
                <pc:docMk/>
                <pc:sldMk cId="933577419" sldId="280"/>
                <pc2:cmMk id="{4F84C61B-4623-4F58-83D8-1D4CFD172845}"/>
              </pc2:cmMkLst>
            </pc226:cmChg>
            <pc226:cmChg xmlns:pc226="http://schemas.microsoft.com/office/powerpoint/2022/06/main/command" chg="mod modRxn">
              <pc226:chgData name="z.smith@trust-itservices.com" userId="S::z.smith_trust-itservices.com#ext#@rheasystemsa.onmicrosoft.com::f4a66058-a972-4209-b851-28868e9826fe" providerId="AD" clId="Web-{73C7CE0B-EA92-43F4-6F13-14DC7A97A56F}" dt="2024-03-21T10:59:41.385" v="6"/>
              <pc2:cmMkLst xmlns:pc2="http://schemas.microsoft.com/office/powerpoint/2019/9/main/command">
                <pc:docMk/>
                <pc:sldMk cId="933577419" sldId="280"/>
                <pc2:cmMk id="{A5D03526-81BC-4F73-B0A4-5D3C2E3A351E}"/>
              </pc2:cmMkLst>
            </pc226:cmChg>
          </p:ext>
        </pc:extLst>
      </pc:sldChg>
    </pc:docChg>
  </pc:docChgLst>
  <pc:docChgLst>
    <pc:chgData name="r.carrillo" userId="S::r.carrillo_trust-itservices.com#ext#@rheasystemsa.onmicrosoft.com::026f69b2-87a2-4e1b-80dd-a33c028f9d1d" providerId="AD" clId="Web-{8F43E575-4F4A-8B8B-9CF3-7F46DB637A71}"/>
    <pc:docChg chg="">
      <pc:chgData name="r.carrillo" userId="S::r.carrillo_trust-itservices.com#ext#@rheasystemsa.onmicrosoft.com::026f69b2-87a2-4e1b-80dd-a33c028f9d1d" providerId="AD" clId="Web-{8F43E575-4F4A-8B8B-9CF3-7F46DB637A71}" dt="2023-10-16T12:48:53.554" v="1"/>
      <pc:docMkLst>
        <pc:docMk/>
      </pc:docMkLst>
      <pc:sldChg chg="delCm">
        <pc:chgData name="r.carrillo" userId="S::r.carrillo_trust-itservices.com#ext#@rheasystemsa.onmicrosoft.com::026f69b2-87a2-4e1b-80dd-a33c028f9d1d" providerId="AD" clId="Web-{8F43E575-4F4A-8B8B-9CF3-7F46DB637A71}" dt="2023-10-16T12:48:30.272" v="0"/>
        <pc:sldMkLst>
          <pc:docMk/>
          <pc:sldMk cId="2614509590" sldId="272"/>
        </pc:sldMkLst>
        <pc:extLst>
          <p:ext xmlns:p="http://schemas.openxmlformats.org/presentationml/2006/main" uri="{D6D511B9-2390-475A-947B-AFAB55BFBCF1}">
            <pc226:cmChg xmlns:pc226="http://schemas.microsoft.com/office/powerpoint/2022/06/main/command" chg="del">
              <pc226:chgData name="r.carrillo" userId="S::r.carrillo_trust-itservices.com#ext#@rheasystemsa.onmicrosoft.com::026f69b2-87a2-4e1b-80dd-a33c028f9d1d" providerId="AD" clId="Web-{8F43E575-4F4A-8B8B-9CF3-7F46DB637A71}" dt="2023-10-16T12:48:30.272" v="0"/>
              <pc2:cmMkLst xmlns:pc2="http://schemas.microsoft.com/office/powerpoint/2019/9/main/command">
                <pc:docMk/>
                <pc:sldMk cId="2614509590" sldId="272"/>
                <pc2:cmMk id="{465DA00A-D21F-46F8-A26B-504C882D2701}"/>
              </pc2:cmMkLst>
            </pc226:cmChg>
          </p:ext>
        </pc:extLst>
      </pc:sldChg>
      <pc:sldChg chg="delCm">
        <pc:chgData name="r.carrillo" userId="S::r.carrillo_trust-itservices.com#ext#@rheasystemsa.onmicrosoft.com::026f69b2-87a2-4e1b-80dd-a33c028f9d1d" providerId="AD" clId="Web-{8F43E575-4F4A-8B8B-9CF3-7F46DB637A71}" dt="2023-10-16T12:48:53.554" v="1"/>
        <pc:sldMkLst>
          <pc:docMk/>
          <pc:sldMk cId="2953503377" sldId="275"/>
        </pc:sldMkLst>
        <pc:extLst>
          <p:ext xmlns:p="http://schemas.openxmlformats.org/presentationml/2006/main" uri="{D6D511B9-2390-475A-947B-AFAB55BFBCF1}">
            <pc226:cmChg xmlns:pc226="http://schemas.microsoft.com/office/powerpoint/2022/06/main/command" chg="del">
              <pc226:chgData name="r.carrillo" userId="S::r.carrillo_trust-itservices.com#ext#@rheasystemsa.onmicrosoft.com::026f69b2-87a2-4e1b-80dd-a33c028f9d1d" providerId="AD" clId="Web-{8F43E575-4F4A-8B8B-9CF3-7F46DB637A71}" dt="2023-10-16T12:48:53.554" v="1"/>
              <pc2:cmMkLst xmlns:pc2="http://schemas.microsoft.com/office/powerpoint/2019/9/main/command">
                <pc:docMk/>
                <pc:sldMk cId="2953503377" sldId="275"/>
                <pc2:cmMk id="{B7FA9C8C-A825-42EC-AED7-84BDB59C7543}"/>
              </pc2:cmMkLst>
            </pc226:cmChg>
          </p:ext>
        </pc:extLst>
      </pc:sldChg>
    </pc:docChg>
  </pc:docChgLst>
  <pc:docChgLst>
    <pc:chgData name="Rafael Cereceda" userId="S::rafael.cereceda_ecmwf.int#ext#@rheasystemsa.onmicrosoft.com::e580b3d5-669d-47b1-a353-f13a299b3b86" providerId="AD" clId="Web-{8F86E209-6E5D-01EB-F97A-55E30628C575}"/>
    <pc:docChg chg="mod modSld">
      <pc:chgData name="Rafael Cereceda" userId="S::rafael.cereceda_ecmwf.int#ext#@rheasystemsa.onmicrosoft.com::e580b3d5-669d-47b1-a353-f13a299b3b86" providerId="AD" clId="Web-{8F86E209-6E5D-01EB-F97A-55E30628C575}" dt="2023-10-25T08:35:28.901" v="35"/>
      <pc:docMkLst>
        <pc:docMk/>
      </pc:docMkLst>
      <pc:sldChg chg="addCm">
        <pc:chgData name="Rafael Cereceda" userId="S::rafael.cereceda_ecmwf.int#ext#@rheasystemsa.onmicrosoft.com::e580b3d5-669d-47b1-a353-f13a299b3b86" providerId="AD" clId="Web-{8F86E209-6E5D-01EB-F97A-55E30628C575}" dt="2023-10-25T08:35:28.901" v="35"/>
        <pc:sldMkLst>
          <pc:docMk/>
          <pc:sldMk cId="2614509590" sldId="272"/>
        </pc:sldMkLst>
        <pc:extLst>
          <p:ext xmlns:p="http://schemas.openxmlformats.org/presentationml/2006/main" uri="{D6D511B9-2390-475A-947B-AFAB55BFBCF1}">
            <pc226:cmChg xmlns:pc226="http://schemas.microsoft.com/office/powerpoint/2022/06/main/command" chg="add">
              <pc226:chgData name="Rafael Cereceda" userId="S::rafael.cereceda_ecmwf.int#ext#@rheasystemsa.onmicrosoft.com::e580b3d5-669d-47b1-a353-f13a299b3b86" providerId="AD" clId="Web-{8F86E209-6E5D-01EB-F97A-55E30628C575}" dt="2023-10-25T08:35:28.901" v="35"/>
              <pc2:cmMkLst xmlns:pc2="http://schemas.microsoft.com/office/powerpoint/2019/9/main/command">
                <pc:docMk/>
                <pc:sldMk cId="2614509590" sldId="272"/>
                <pc2:cmMk id="{90BBA9CD-D706-4E1F-A6FF-219CB4A055D3}"/>
              </pc2:cmMkLst>
            </pc226:cmChg>
            <pc226:cmChg xmlns:pc226="http://schemas.microsoft.com/office/powerpoint/2022/06/main/command" chg="add">
              <pc226:chgData name="Rafael Cereceda" userId="S::rafael.cereceda_ecmwf.int#ext#@rheasystemsa.onmicrosoft.com::e580b3d5-669d-47b1-a353-f13a299b3b86" providerId="AD" clId="Web-{8F86E209-6E5D-01EB-F97A-55E30628C575}" dt="2023-10-25T08:33:04.427" v="34"/>
              <pc2:cmMkLst xmlns:pc2="http://schemas.microsoft.com/office/powerpoint/2019/9/main/command">
                <pc:docMk/>
                <pc:sldMk cId="2614509590" sldId="272"/>
                <pc2:cmMk id="{CDDF60DE-0C49-427D-8C6F-E92A65DC84C3}"/>
              </pc2:cmMkLst>
            </pc226:cmChg>
          </p:ext>
        </pc:extLst>
      </pc:sldChg>
      <pc:sldChg chg="addCm modCm">
        <pc:chgData name="Rafael Cereceda" userId="S::rafael.cereceda_ecmwf.int#ext#@rheasystemsa.onmicrosoft.com::e580b3d5-669d-47b1-a353-f13a299b3b86" providerId="AD" clId="Web-{8F86E209-6E5D-01EB-F97A-55E30628C575}" dt="2023-10-25T08:27:07.962" v="3"/>
        <pc:sldMkLst>
          <pc:docMk/>
          <pc:sldMk cId="313365549" sldId="277"/>
        </pc:sldMkLst>
        <pc:extLst>
          <p:ext xmlns:p="http://schemas.openxmlformats.org/presentationml/2006/main" uri="{D6D511B9-2390-475A-947B-AFAB55BFBCF1}">
            <pc226:cmChg xmlns:pc226="http://schemas.microsoft.com/office/powerpoint/2022/06/main/command" chg="add mod">
              <pc226:chgData name="Rafael Cereceda" userId="S::rafael.cereceda_ecmwf.int#ext#@rheasystemsa.onmicrosoft.com::e580b3d5-669d-47b1-a353-f13a299b3b86" providerId="AD" clId="Web-{8F86E209-6E5D-01EB-F97A-55E30628C575}" dt="2023-10-25T08:26:13.741" v="2"/>
              <pc2:cmMkLst xmlns:pc2="http://schemas.microsoft.com/office/powerpoint/2019/9/main/command">
                <pc:docMk/>
                <pc:sldMk cId="313365549" sldId="277"/>
                <pc2:cmMk id="{B23DD660-1379-4096-87BB-731D6516EFF6}"/>
              </pc2:cmMkLst>
            </pc226:cmChg>
            <pc226:cmChg xmlns:pc226="http://schemas.microsoft.com/office/powerpoint/2022/06/main/command" chg="add">
              <pc226:chgData name="Rafael Cereceda" userId="S::rafael.cereceda_ecmwf.int#ext#@rheasystemsa.onmicrosoft.com::e580b3d5-669d-47b1-a353-f13a299b3b86" providerId="AD" clId="Web-{8F86E209-6E5D-01EB-F97A-55E30628C575}" dt="2023-10-25T08:27:07.962" v="3"/>
              <pc2:cmMkLst xmlns:pc2="http://schemas.microsoft.com/office/powerpoint/2019/9/main/command">
                <pc:docMk/>
                <pc:sldMk cId="313365549" sldId="277"/>
                <pc2:cmMk id="{88F15CE5-04A4-48E9-9B9D-BE3470EB40FE}"/>
              </pc2:cmMkLst>
            </pc226:cmChg>
          </p:ext>
        </pc:extLst>
      </pc:sldChg>
      <pc:sldChg chg="modSp">
        <pc:chgData name="Rafael Cereceda" userId="S::rafael.cereceda_ecmwf.int#ext#@rheasystemsa.onmicrosoft.com::e580b3d5-669d-47b1-a353-f13a299b3b86" providerId="AD" clId="Web-{8F86E209-6E5D-01EB-F97A-55E30628C575}" dt="2023-10-25T08:31:25.643" v="33"/>
        <pc:sldMkLst>
          <pc:docMk/>
          <pc:sldMk cId="933577419" sldId="280"/>
        </pc:sldMkLst>
        <pc:graphicFrameChg chg="mod modGraphic">
          <ac:chgData name="Rafael Cereceda" userId="S::rafael.cereceda_ecmwf.int#ext#@rheasystemsa.onmicrosoft.com::e580b3d5-669d-47b1-a353-f13a299b3b86" providerId="AD" clId="Web-{8F86E209-6E5D-01EB-F97A-55E30628C575}" dt="2023-10-25T08:31:25.643" v="33"/>
          <ac:graphicFrameMkLst>
            <pc:docMk/>
            <pc:sldMk cId="933577419" sldId="280"/>
            <ac:graphicFrameMk id="9" creationId="{EC708551-ECCA-57D8-FD85-A9D6FCF98B26}"/>
          </ac:graphicFrameMkLst>
        </pc:graphicFrameChg>
      </pc:sldChg>
    </pc:docChg>
  </pc:docChgLst>
  <pc:docChgLst>
    <pc:chgData name="Danaele Puechmaille" userId="S::danaele.puechmaille_eumetsat.int#ext#@rheasystemsa.onmicrosoft.com::40d0c925-9499-431b-b41f-7dbb25854aec" providerId="AD" clId="Web-{1BCB682D-7D4B-1204-A53E-CCDC7442B379}"/>
    <pc:docChg chg="mod modSld sldOrd">
      <pc:chgData name="Danaele Puechmaille" userId="S::danaele.puechmaille_eumetsat.int#ext#@rheasystemsa.onmicrosoft.com::40d0c925-9499-431b-b41f-7dbb25854aec" providerId="AD" clId="Web-{1BCB682D-7D4B-1204-A53E-CCDC7442B379}" dt="2023-11-07T09:05:37.919" v="29"/>
      <pc:docMkLst>
        <pc:docMk/>
      </pc:docMkLst>
      <pc:sldChg chg="ord">
        <pc:chgData name="Danaele Puechmaille" userId="S::danaele.puechmaille_eumetsat.int#ext#@rheasystemsa.onmicrosoft.com::40d0c925-9499-431b-b41f-7dbb25854aec" providerId="AD" clId="Web-{1BCB682D-7D4B-1204-A53E-CCDC7442B379}" dt="2023-11-07T09:00:05.535" v="1"/>
        <pc:sldMkLst>
          <pc:docMk/>
          <pc:sldMk cId="2953503377" sldId="275"/>
        </pc:sldMkLst>
      </pc:sldChg>
      <pc:sldChg chg="modSp addCm">
        <pc:chgData name="Danaele Puechmaille" userId="S::danaele.puechmaille_eumetsat.int#ext#@rheasystemsa.onmicrosoft.com::40d0c925-9499-431b-b41f-7dbb25854aec" providerId="AD" clId="Web-{1BCB682D-7D4B-1204-A53E-CCDC7442B379}" dt="2023-11-07T09:05:37.919" v="29"/>
        <pc:sldMkLst>
          <pc:docMk/>
          <pc:sldMk cId="474149177" sldId="276"/>
        </pc:sldMkLst>
        <pc:spChg chg="mod">
          <ac:chgData name="Danaele Puechmaille" userId="S::danaele.puechmaille_eumetsat.int#ext#@rheasystemsa.onmicrosoft.com::40d0c925-9499-431b-b41f-7dbb25854aec" providerId="AD" clId="Web-{1BCB682D-7D4B-1204-A53E-CCDC7442B379}" dt="2023-11-07T09:00:32.646" v="27" actId="20577"/>
          <ac:spMkLst>
            <pc:docMk/>
            <pc:sldMk cId="474149177" sldId="276"/>
            <ac:spMk id="2" creationId="{D2CD392F-E696-6ED7-B217-CFA7C68BA924}"/>
          </ac:spMkLst>
        </pc:spChg>
        <pc:extLst>
          <p:ext xmlns:p="http://schemas.openxmlformats.org/presentationml/2006/main" uri="{D6D511B9-2390-475A-947B-AFAB55BFBCF1}">
            <pc226:cmChg xmlns:pc226="http://schemas.microsoft.com/office/powerpoint/2022/06/main/command" chg="add">
              <pc226:chgData name="Danaele Puechmaille" userId="S::danaele.puechmaille_eumetsat.int#ext#@rheasystemsa.onmicrosoft.com::40d0c925-9499-431b-b41f-7dbb25854aec" providerId="AD" clId="Web-{1BCB682D-7D4B-1204-A53E-CCDC7442B379}" dt="2023-11-07T09:05:37.919" v="29"/>
              <pc2:cmMkLst xmlns:pc2="http://schemas.microsoft.com/office/powerpoint/2019/9/main/command">
                <pc:docMk/>
                <pc:sldMk cId="474149177" sldId="276"/>
                <pc2:cmMk id="{6A382685-BDB3-4939-92A3-BA89D4C2F439}"/>
              </pc2:cmMkLst>
            </pc226:cmChg>
          </p:ext>
        </pc:extLst>
      </pc:sldChg>
    </pc:docChg>
  </pc:docChgLst>
  <pc:docChgLst>
    <pc:chgData name="Claudia Vitolo" userId="S::claudia.vitolo_esa.int#ext#@rheasystemsa.onmicrosoft.com::570fc49b-4f78-4f8e-85ee-a78a05b35c30" providerId="AD" clId="Web-{383C8D8E-F9DC-D3AB-7D90-F64C9135E37F}"/>
    <pc:docChg chg="mod">
      <pc:chgData name="Claudia Vitolo" userId="S::claudia.vitolo_esa.int#ext#@rheasystemsa.onmicrosoft.com::570fc49b-4f78-4f8e-85ee-a78a05b35c30" providerId="AD" clId="Web-{383C8D8E-F9DC-D3AB-7D90-F64C9135E37F}" dt="2023-10-26T08:52:16.240" v="7"/>
      <pc:docMkLst>
        <pc:docMk/>
      </pc:docMkLst>
      <pc:sldChg chg="addCm modCm">
        <pc:chgData name="Claudia Vitolo" userId="S::claudia.vitolo_esa.int#ext#@rheasystemsa.onmicrosoft.com::570fc49b-4f78-4f8e-85ee-a78a05b35c30" providerId="AD" clId="Web-{383C8D8E-F9DC-D3AB-7D90-F64C9135E37F}" dt="2023-10-26T08:37:29.709" v="5"/>
        <pc:sldMkLst>
          <pc:docMk/>
          <pc:sldMk cId="617756719" sldId="278"/>
        </pc:sldMkLst>
        <pc:extLst>
          <p:ext xmlns:p="http://schemas.openxmlformats.org/presentationml/2006/main" uri="{D6D511B9-2390-475A-947B-AFAB55BFBCF1}">
            <pc226:cmChg xmlns:pc226="http://schemas.microsoft.com/office/powerpoint/2022/06/main/command" chg="add mod">
              <pc226:chgData name="Claudia Vitolo" userId="S::claudia.vitolo_esa.int#ext#@rheasystemsa.onmicrosoft.com::570fc49b-4f78-4f8e-85ee-a78a05b35c30" providerId="AD" clId="Web-{383C8D8E-F9DC-D3AB-7D90-F64C9135E37F}" dt="2023-10-26T08:37:29.709" v="5"/>
              <pc2:cmMkLst xmlns:pc2="http://schemas.microsoft.com/office/powerpoint/2019/9/main/command">
                <pc:docMk/>
                <pc:sldMk cId="617756719" sldId="278"/>
                <pc2:cmMk id="{9E999DC4-C98C-4757-B408-F81C7C56710C}"/>
              </pc2:cmMkLst>
            </pc226:cmChg>
          </p:ext>
        </pc:extLst>
      </pc:sldChg>
      <pc:sldChg chg="addCm modCm">
        <pc:chgData name="Claudia Vitolo" userId="S::claudia.vitolo_esa.int#ext#@rheasystemsa.onmicrosoft.com::570fc49b-4f78-4f8e-85ee-a78a05b35c30" providerId="AD" clId="Web-{383C8D8E-F9DC-D3AB-7D90-F64C9135E37F}" dt="2023-10-26T08:52:16.240" v="7"/>
        <pc:sldMkLst>
          <pc:docMk/>
          <pc:sldMk cId="933577419" sldId="280"/>
        </pc:sldMkLst>
        <pc:extLst>
          <p:ext xmlns:p="http://schemas.openxmlformats.org/presentationml/2006/main" uri="{D6D511B9-2390-475A-947B-AFAB55BFBCF1}">
            <pc226:cmChg xmlns:pc226="http://schemas.microsoft.com/office/powerpoint/2022/06/main/command" chg="add">
              <pc226:chgData name="Claudia Vitolo" userId="S::claudia.vitolo_esa.int#ext#@rheasystemsa.onmicrosoft.com::570fc49b-4f78-4f8e-85ee-a78a05b35c30" providerId="AD" clId="Web-{383C8D8E-F9DC-D3AB-7D90-F64C9135E37F}" dt="2023-10-26T08:52:16.240" v="7"/>
              <pc2:cmMkLst xmlns:pc2="http://schemas.microsoft.com/office/powerpoint/2019/9/main/command">
                <pc:docMk/>
                <pc:sldMk cId="933577419" sldId="280"/>
                <pc2:cmMk id="{C8C6A70C-8C47-4573-AC7F-1C4E824F7EA0}"/>
              </pc2:cmMkLst>
            </pc226:cmChg>
            <pc226:cmChg xmlns:pc226="http://schemas.microsoft.com/office/powerpoint/2022/06/main/command" chg="add mod">
              <pc226:chgData name="Claudia Vitolo" userId="S::claudia.vitolo_esa.int#ext#@rheasystemsa.onmicrosoft.com::570fc49b-4f78-4f8e-85ee-a78a05b35c30" providerId="AD" clId="Web-{383C8D8E-F9DC-D3AB-7D90-F64C9135E37F}" dt="2023-10-26T08:51:25.129" v="6"/>
              <pc2:cmMkLst xmlns:pc2="http://schemas.microsoft.com/office/powerpoint/2019/9/main/command">
                <pc:docMk/>
                <pc:sldMk cId="933577419" sldId="280"/>
                <pc2:cmMk id="{4F84C61B-4623-4F58-83D8-1D4CFD172845}"/>
              </pc2:cmMkLst>
            </pc226:cmChg>
            <pc226:cmChg xmlns:pc226="http://schemas.microsoft.com/office/powerpoint/2022/06/main/command" chg="add">
              <pc226:chgData name="Claudia Vitolo" userId="S::claudia.vitolo_esa.int#ext#@rheasystemsa.onmicrosoft.com::570fc49b-4f78-4f8e-85ee-a78a05b35c30" providerId="AD" clId="Web-{383C8D8E-F9DC-D3AB-7D90-F64C9135E37F}" dt="2023-10-26T08:23:57.759" v="1"/>
              <pc2:cmMkLst xmlns:pc2="http://schemas.microsoft.com/office/powerpoint/2019/9/main/command">
                <pc:docMk/>
                <pc:sldMk cId="933577419" sldId="280"/>
                <pc2:cmMk id="{A5D03526-81BC-4F73-B0A4-5D3C2E3A351E}"/>
              </pc2:cmMkLst>
            </pc226:cmChg>
          </p:ext>
        </pc:extLst>
      </pc:sldChg>
    </pc:docChg>
  </pc:docChgLst>
  <pc:docChgLst>
    <pc:chgData name="Danaele Puechmaille" userId="S::danaele.puechmaille_eumetsat.int#ext#@rheasystemsa.onmicrosoft.com::40d0c925-9499-431b-b41f-7dbb25854aec" providerId="AD" clId="Web-{A686E8CF-B078-4101-B237-6273F891CE03}"/>
    <pc:docChg chg="modSld">
      <pc:chgData name="Danaele Puechmaille" userId="S::danaele.puechmaille_eumetsat.int#ext#@rheasystemsa.onmicrosoft.com::40d0c925-9499-431b-b41f-7dbb25854aec" providerId="AD" clId="Web-{A686E8CF-B078-4101-B237-6273F891CE03}" dt="2024-01-31T13:12:55.326" v="28" actId="14100"/>
      <pc:docMkLst>
        <pc:docMk/>
      </pc:docMkLst>
      <pc:sldChg chg="modSp modCm">
        <pc:chgData name="Danaele Puechmaille" userId="S::danaele.puechmaille_eumetsat.int#ext#@rheasystemsa.onmicrosoft.com::40d0c925-9499-431b-b41f-7dbb25854aec" providerId="AD" clId="Web-{A686E8CF-B078-4101-B237-6273F891CE03}" dt="2024-01-31T13:12:55.326" v="28" actId="14100"/>
        <pc:sldMkLst>
          <pc:docMk/>
          <pc:sldMk cId="474149177" sldId="276"/>
        </pc:sldMkLst>
        <pc:spChg chg="mod">
          <ac:chgData name="Danaele Puechmaille" userId="S::danaele.puechmaille_eumetsat.int#ext#@rheasystemsa.onmicrosoft.com::40d0c925-9499-431b-b41f-7dbb25854aec" providerId="AD" clId="Web-{A686E8CF-B078-4101-B237-6273F891CE03}" dt="2024-01-31T13:12:55.326" v="28" actId="14100"/>
          <ac:spMkLst>
            <pc:docMk/>
            <pc:sldMk cId="474149177" sldId="276"/>
            <ac:spMk id="2" creationId="{D2CD392F-E696-6ED7-B217-CFA7C68BA924}"/>
          </ac:spMkLst>
        </pc:spChg>
        <pc:extLst>
          <p:ext xmlns:p="http://schemas.openxmlformats.org/presentationml/2006/main" uri="{D6D511B9-2390-475A-947B-AFAB55BFBCF1}">
            <pc226:cmChg xmlns:pc226="http://schemas.microsoft.com/office/powerpoint/2022/06/main/command" chg="mod">
              <pc226:chgData name="Danaele Puechmaille" userId="S::danaele.puechmaille_eumetsat.int#ext#@rheasystemsa.onmicrosoft.com::40d0c925-9499-431b-b41f-7dbb25854aec" providerId="AD" clId="Web-{A686E8CF-B078-4101-B237-6273F891CE03}" dt="2024-01-31T13:08:50.397" v="21" actId="20577"/>
              <pc2:cmMkLst xmlns:pc2="http://schemas.microsoft.com/office/powerpoint/2019/9/main/command">
                <pc:docMk/>
                <pc:sldMk cId="474149177" sldId="276"/>
                <pc2:cmMk id="{6A382685-BDB3-4939-92A3-BA89D4C2F439}"/>
              </pc2:cmMkLst>
              <pc226:cmRplyChg chg="add">
                <pc226:chgData name="Danaele Puechmaille" userId="S::danaele.puechmaille_eumetsat.int#ext#@rheasystemsa.onmicrosoft.com::40d0c925-9499-431b-b41f-7dbb25854aec" providerId="AD" clId="Web-{A686E8CF-B078-4101-B237-6273F891CE03}" dt="2024-01-31T13:08:17.911" v="4"/>
                <pc2:cmRplyMkLst xmlns:pc2="http://schemas.microsoft.com/office/powerpoint/2019/9/main/command">
                  <pc:docMk/>
                  <pc:sldMk cId="474149177" sldId="276"/>
                  <pc2:cmMk id="{6A382685-BDB3-4939-92A3-BA89D4C2F439}"/>
                  <pc2:cmRplyMk id="{B18F47D2-8CC7-436B-A185-EA5ED3C0A643}"/>
                </pc2:cmRplyMkLst>
              </pc226:cmRplyChg>
            </pc226:cmChg>
          </p:ext>
        </pc:extLst>
      </pc:sldChg>
    </pc:docChg>
  </pc:docChgLst>
  <pc:docChgLst>
    <pc:chgData name="Luigi Colucci" userId="S::l.colucci_trust-itservices.com#ext#@rheagroup.com::fe5d8731-a8f3-4cd1-8239-bbb981b9d217" providerId="AD" clId="Web-{89B466A9-17C0-D724-9EEF-A4BA1469B3E3}"/>
    <pc:docChg chg="modSld">
      <pc:chgData name="Luigi Colucci" userId="S::l.colucci_trust-itservices.com#ext#@rheagroup.com::fe5d8731-a8f3-4cd1-8239-bbb981b9d217" providerId="AD" clId="Web-{89B466A9-17C0-D724-9EEF-A4BA1469B3E3}" dt="2023-10-27T13:42:35.679" v="5" actId="20577"/>
      <pc:docMkLst>
        <pc:docMk/>
      </pc:docMkLst>
      <pc:sldChg chg="modSp">
        <pc:chgData name="Luigi Colucci" userId="S::l.colucci_trust-itservices.com#ext#@rheagroup.com::fe5d8731-a8f3-4cd1-8239-bbb981b9d217" providerId="AD" clId="Web-{89B466A9-17C0-D724-9EEF-A4BA1469B3E3}" dt="2023-10-27T13:42:35.679" v="5" actId="20577"/>
        <pc:sldMkLst>
          <pc:docMk/>
          <pc:sldMk cId="474149177" sldId="276"/>
        </pc:sldMkLst>
        <pc:spChg chg="mod">
          <ac:chgData name="Luigi Colucci" userId="S::l.colucci_trust-itservices.com#ext#@rheagroup.com::fe5d8731-a8f3-4cd1-8239-bbb981b9d217" providerId="AD" clId="Web-{89B466A9-17C0-D724-9EEF-A4BA1469B3E3}" dt="2023-10-27T13:42:35.679" v="5" actId="20577"/>
          <ac:spMkLst>
            <pc:docMk/>
            <pc:sldMk cId="474149177" sldId="276"/>
            <ac:spMk id="2" creationId="{D2CD392F-E696-6ED7-B217-CFA7C68BA924}"/>
          </ac:spMkLst>
        </pc:spChg>
      </pc:sldChg>
    </pc:docChg>
  </pc:docChgLst>
  <pc:docChgLst>
    <pc:chgData name="z.smith@trust-itservices.com" userId="S::z.smith_trust-itservices.com#ext#@rheasystemsa.onmicrosoft.com::f4a66058-a972-4209-b851-28868e9826fe" providerId="AD" clId="Web-{C52FC0B3-BC5A-F804-2767-DBE0B9C6C1D4}"/>
    <pc:docChg chg="modSld">
      <pc:chgData name="z.smith@trust-itservices.com" userId="S::z.smith_trust-itservices.com#ext#@rheasystemsa.onmicrosoft.com::f4a66058-a972-4209-b851-28868e9826fe" providerId="AD" clId="Web-{C52FC0B3-BC5A-F804-2767-DBE0B9C6C1D4}" dt="2024-03-27T10:23:03.505" v="1"/>
      <pc:docMkLst>
        <pc:docMk/>
      </pc:docMkLst>
      <pc:sldChg chg="modSp">
        <pc:chgData name="z.smith@trust-itservices.com" userId="S::z.smith_trust-itservices.com#ext#@rheasystemsa.onmicrosoft.com::f4a66058-a972-4209-b851-28868e9826fe" providerId="AD" clId="Web-{C52FC0B3-BC5A-F804-2767-DBE0B9C6C1D4}" dt="2024-03-27T10:23:03.505" v="1"/>
        <pc:sldMkLst>
          <pc:docMk/>
          <pc:sldMk cId="933577419" sldId="280"/>
        </pc:sldMkLst>
        <pc:graphicFrameChg chg="mod modGraphic">
          <ac:chgData name="z.smith@trust-itservices.com" userId="S::z.smith_trust-itservices.com#ext#@rheasystemsa.onmicrosoft.com::f4a66058-a972-4209-b851-28868e9826fe" providerId="AD" clId="Web-{C52FC0B3-BC5A-F804-2767-DBE0B9C6C1D4}" dt="2024-03-27T10:23:03.505" v="1"/>
          <ac:graphicFrameMkLst>
            <pc:docMk/>
            <pc:sldMk cId="933577419" sldId="280"/>
            <ac:graphicFrameMk id="9" creationId="{EC708551-ECCA-57D8-FD85-A9D6FCF98B26}"/>
          </ac:graphicFrameMkLst>
        </pc:graphicFrameChg>
      </pc:sldChg>
    </pc:docChg>
  </pc:docChgLst>
  <pc:docChgLst>
    <pc:chgData name="BUBBERMAN Mara-Ioana (CNECT)" userId="S::mara-ioana.bubberman_ec.europa.eu#ext#@rheasystemsa.onmicrosoft.com::6c8d2ed6-bb17-4204-abef-0206b6f58a07" providerId="AD" clId="Web-{3650DEC1-2AB9-631E-94D1-595CE8969F3E}"/>
    <pc:docChg chg="mod modSld">
      <pc:chgData name="BUBBERMAN Mara-Ioana (CNECT)" userId="S::mara-ioana.bubberman_ec.europa.eu#ext#@rheasystemsa.onmicrosoft.com::6c8d2ed6-bb17-4204-abef-0206b6f58a07" providerId="AD" clId="Web-{3650DEC1-2AB9-631E-94D1-595CE8969F3E}" dt="2024-04-03T08:24:12.989" v="3"/>
      <pc:docMkLst>
        <pc:docMk/>
      </pc:docMkLst>
      <pc:sldChg chg="addCm">
        <pc:chgData name="BUBBERMAN Mara-Ioana (CNECT)" userId="S::mara-ioana.bubberman_ec.europa.eu#ext#@rheasystemsa.onmicrosoft.com::6c8d2ed6-bb17-4204-abef-0206b6f58a07" providerId="AD" clId="Web-{3650DEC1-2AB9-631E-94D1-595CE8969F3E}" dt="2024-04-03T08:24:12.989" v="3"/>
        <pc:sldMkLst>
          <pc:docMk/>
          <pc:sldMk cId="2614509590" sldId="272"/>
        </pc:sldMkLst>
        <pc:extLst>
          <p:ext xmlns:p="http://schemas.openxmlformats.org/presentationml/2006/main" uri="{D6D511B9-2390-475A-947B-AFAB55BFBCF1}">
            <pc226:cmChg xmlns:pc226="http://schemas.microsoft.com/office/powerpoint/2022/06/main/command" chg="add">
              <pc226:chgData name="BUBBERMAN Mara-Ioana (CNECT)" userId="S::mara-ioana.bubberman_ec.europa.eu#ext#@rheasystemsa.onmicrosoft.com::6c8d2ed6-bb17-4204-abef-0206b6f58a07" providerId="AD" clId="Web-{3650DEC1-2AB9-631E-94D1-595CE8969F3E}" dt="2024-04-03T08:21:25.561" v="1"/>
              <pc2:cmMkLst xmlns:pc2="http://schemas.microsoft.com/office/powerpoint/2019/9/main/command">
                <pc:docMk/>
                <pc:sldMk cId="2614509590" sldId="272"/>
                <pc2:cmMk id="{52657E42-9D8D-4F9E-8C49-20E96CDC99C1}"/>
              </pc2:cmMkLst>
            </pc226:cmChg>
            <pc226:cmChg xmlns:pc226="http://schemas.microsoft.com/office/powerpoint/2022/06/main/command" chg="add">
              <pc226:chgData name="BUBBERMAN Mara-Ioana (CNECT)" userId="S::mara-ioana.bubberman_ec.europa.eu#ext#@rheasystemsa.onmicrosoft.com::6c8d2ed6-bb17-4204-abef-0206b6f58a07" providerId="AD" clId="Web-{3650DEC1-2AB9-631E-94D1-595CE8969F3E}" dt="2024-04-03T08:24:12.989" v="3"/>
              <pc2:cmMkLst xmlns:pc2="http://schemas.microsoft.com/office/powerpoint/2019/9/main/command">
                <pc:docMk/>
                <pc:sldMk cId="2614509590" sldId="272"/>
                <pc2:cmMk id="{FD693FDC-6998-4C61-ACBA-0E4C9390CC53}"/>
              </pc2:cmMkLst>
            </pc226:cmChg>
          </p:ext>
        </pc:extLst>
      </pc:sldChg>
      <pc:sldChg chg="modSp">
        <pc:chgData name="BUBBERMAN Mara-Ioana (CNECT)" userId="S::mara-ioana.bubberman_ec.europa.eu#ext#@rheasystemsa.onmicrosoft.com::6c8d2ed6-bb17-4204-abef-0206b6f58a07" providerId="AD" clId="Web-{3650DEC1-2AB9-631E-94D1-595CE8969F3E}" dt="2024-04-03T08:23:07.534" v="2" actId="1076"/>
        <pc:sldMkLst>
          <pc:docMk/>
          <pc:sldMk cId="617756719" sldId="278"/>
        </pc:sldMkLst>
        <pc:picChg chg="mod">
          <ac:chgData name="BUBBERMAN Mara-Ioana (CNECT)" userId="S::mara-ioana.bubberman_ec.europa.eu#ext#@rheasystemsa.onmicrosoft.com::6c8d2ed6-bb17-4204-abef-0206b6f58a07" providerId="AD" clId="Web-{3650DEC1-2AB9-631E-94D1-595CE8969F3E}" dt="2024-04-03T08:23:07.534" v="2" actId="1076"/>
          <ac:picMkLst>
            <pc:docMk/>
            <pc:sldMk cId="617756719" sldId="278"/>
            <ac:picMk id="6" creationId="{91F16854-C369-72AA-B81B-573053A62C34}"/>
          </ac:picMkLst>
        </pc:picChg>
      </pc:sldChg>
    </pc:docChg>
  </pc:docChgLst>
</pc:chgInfo>
</file>

<file path=ppt/comments/modernComment_110_9BD64016.xml><?xml version="1.0" encoding="utf-8"?>
<p188:cmLst xmlns:a="http://schemas.openxmlformats.org/drawingml/2006/main" xmlns:r="http://schemas.openxmlformats.org/officeDocument/2006/relationships" xmlns:p188="http://schemas.microsoft.com/office/powerpoint/2018/8/main">
  <p188:cm id="{CDDF60DE-0C49-427D-8C6F-E92A65DC84C3}" authorId="{8F89E0C1-C187-D3F8-0DE4-0F1BDB2EC082}" status="resolved" created="2023-10-25T08:33:04.427" complete="100000">
    <ac:deMkLst xmlns:ac="http://schemas.microsoft.com/office/drawing/2013/main/command">
      <pc:docMk xmlns:pc="http://schemas.microsoft.com/office/powerpoint/2013/main/command"/>
      <pc:sldMk xmlns:pc="http://schemas.microsoft.com/office/powerpoint/2013/main/command" cId="2614509590" sldId="272"/>
      <ac:spMk id="2" creationId="{D2CD392F-E696-6ED7-B217-CFA7C68BA924}"/>
    </ac:deMkLst>
    <p188:txBody>
      <a:bodyPr/>
      <a:lstStyle/>
      <a:p>
        <a:r>
          <a:rPr lang="en-US"/>
          <a:t>a digital twin of different aspects of the Earth system? or something similar?</a:t>
        </a:r>
      </a:p>
    </p188:txBody>
  </p188:cm>
  <p188:cm id="{90BBA9CD-D706-4E1F-A6FF-219CB4A055D3}" authorId="{8F89E0C1-C187-D3F8-0DE4-0F1BDB2EC082}" status="resolved" created="2023-10-25T08:35:28.901" complete="100000">
    <ac:txMkLst xmlns:ac="http://schemas.microsoft.com/office/drawing/2013/main/command">
      <pc:docMk xmlns:pc="http://schemas.microsoft.com/office/powerpoint/2013/main/command"/>
      <pc:sldMk xmlns:pc="http://schemas.microsoft.com/office/powerpoint/2013/main/command" cId="2614509590" sldId="272"/>
      <ac:spMk id="2" creationId="{D2CD392F-E696-6ED7-B217-CFA7C68BA924}"/>
      <ac:txMk cp="146" len="191">
        <ac:context len="443" hash="2463970633"/>
      </ac:txMk>
    </ac:txMkLst>
    <p188:pos x="5024437" y="2583656"/>
    <p188:txBody>
      <a:bodyPr/>
      <a:lstStyle/>
      <a:p>
        <a:r>
          <a:rPr lang="en-US"/>
          <a:t>Suggested: The system will provide information about natural phenomena and the impact of human activities on our planet through simulations and forecasts with enhanced accuracy, speed and interactivity.</a:t>
        </a:r>
      </a:p>
    </p188:txBody>
  </p188:cm>
  <p188:cm id="{52657E42-9D8D-4F9E-8C49-20E96CDC99C1}" authorId="{828102DE-D343-A5CA-73A7-E87283FCE107}" created="2024-04-03T08:21:25.561">
    <ac:txMkLst xmlns:ac="http://schemas.microsoft.com/office/drawing/2013/main/command">
      <pc:docMk xmlns:pc="http://schemas.microsoft.com/office/powerpoint/2013/main/command"/>
      <pc:sldMk xmlns:pc="http://schemas.microsoft.com/office/powerpoint/2013/main/command" cId="2614509590" sldId="272"/>
      <ac:spMk id="2" creationId="{D2CD392F-E696-6ED7-B217-CFA7C68BA924}"/>
      <ac:txMk cp="100" len="17">
        <ac:context len="443" hash="2463970633"/>
      </ac:txMk>
    </ac:txMkLst>
    <p188:pos x="3156857" y="771071"/>
    <p188:txBody>
      <a:bodyPr/>
      <a:lstStyle/>
      <a:p>
        <a:r>
          <a:rPr lang="en-US"/>
          <a:t>and extreme weather occurence should be added, it's not just climate change </a:t>
        </a:r>
      </a:p>
    </p188:txBody>
  </p188:cm>
  <p188:cm id="{FD693FDC-6998-4C61-ACBA-0E4C9390CC53}" authorId="{828102DE-D343-A5CA-73A7-E87283FCE107}" created="2024-04-03T08:24:12.989">
    <ac:deMkLst xmlns:ac="http://schemas.microsoft.com/office/drawing/2013/main/command">
      <pc:docMk xmlns:pc="http://schemas.microsoft.com/office/powerpoint/2013/main/command"/>
      <pc:sldMk xmlns:pc="http://schemas.microsoft.com/office/powerpoint/2013/main/command" cId="2614509590" sldId="272"/>
      <ac:spMk id="3" creationId="{F66B8A25-4B52-01A7-8477-C89A6CB6D395}"/>
    </ac:deMkLst>
    <p188:txBody>
      <a:bodyPr/>
      <a:lstStyle/>
      <a:p>
        <a:r>
          <a:rPr lang="en-US"/>
          <a:t>good to add in footers the logo's of ESA, EUMETSAT, ECMWF and the EC</a:t>
        </a:r>
      </a:p>
    </p188:txBody>
  </p188:cm>
</p188:cmLst>
</file>

<file path=ppt/comments/modernComment_114_1C42F139.xml><?xml version="1.0" encoding="utf-8"?>
<p188:cmLst xmlns:a="http://schemas.openxmlformats.org/drawingml/2006/main" xmlns:r="http://schemas.openxmlformats.org/officeDocument/2006/relationships" xmlns:p188="http://schemas.microsoft.com/office/powerpoint/2018/8/main">
  <p188:cm id="{6A382685-BDB3-4939-92A3-BA89D4C2F439}" authorId="{644EF8F5-6701-890B-625F-9833A7A79CD3}" status="resolved" created="2023-11-07T09:05:37.919" complete="100000">
    <ac:txMkLst xmlns:ac="http://schemas.microsoft.com/office/drawing/2013/main/command">
      <pc:docMk xmlns:pc="http://schemas.microsoft.com/office/powerpoint/2013/main/command"/>
      <pc:sldMk xmlns:pc="http://schemas.microsoft.com/office/powerpoint/2013/main/command" cId="474149177" sldId="276"/>
      <ac:spMk id="2" creationId="{D2CD392F-E696-6ED7-B217-CFA7C68BA924}"/>
      <ac:txMk cp="544" len="10">
        <ac:context len="796" hash="1170065010"/>
      </ac:txMk>
    </ac:txMkLst>
    <p188:pos x="3888827" y="2640724"/>
    <p188:replyLst>
      <p188:reply id="{B18F47D2-8CC7-436B-A185-EA5ED3C0A643}" authorId="{644EF8F5-6701-890B-625F-9833A7A79CD3}" created="2024-01-31T13:08:17.911">
        <p188:txBody>
          <a:bodyPr/>
          <a:lstStyle/>
          <a:p>
            <a:r>
              <a:rPr lang="en-GB"/>
              <a:t>Text updated to take into account this comment</a:t>
            </a:r>
          </a:p>
        </p188:txBody>
      </p188:reply>
    </p188:replyLst>
    <p188:txBody>
      <a:bodyPr/>
      <a:lstStyle/>
      <a:p>
        <a:r>
          <a:rPr lang="en-GB"/>
          <a:t>and users models from DEDL</a:t>
        </a:r>
      </a:p>
    </p188:txBody>
  </p188:cm>
</p188:cmLst>
</file>

<file path=ppt/comments/modernComment_115_12AD942D.xml><?xml version="1.0" encoding="utf-8"?>
<p188:cmLst xmlns:a="http://schemas.openxmlformats.org/drawingml/2006/main" xmlns:r="http://schemas.openxmlformats.org/officeDocument/2006/relationships" xmlns:p188="http://schemas.microsoft.com/office/powerpoint/2018/8/main">
  <p188:cm id="{B23DD660-1379-4096-87BB-731D6516EFF6}" authorId="{8F89E0C1-C187-D3F8-0DE4-0F1BDB2EC082}" status="resolved" created="2023-10-25T08:25:39.490" complete="100000">
    <ac:txMkLst xmlns:ac="http://schemas.microsoft.com/office/drawing/2013/main/command">
      <pc:docMk xmlns:pc="http://schemas.microsoft.com/office/powerpoint/2013/main/command"/>
      <pc:sldMk xmlns:pc="http://schemas.microsoft.com/office/powerpoint/2013/main/command" cId="313365549" sldId="277"/>
      <ac:spMk id="2" creationId="{D2CD392F-E696-6ED7-B217-CFA7C68BA924}"/>
      <ac:txMk cp="337" len="1">
        <ac:context len="542" hash="2305780662"/>
      </ac:txMk>
    </ac:txMkLst>
    <p188:pos x="5548312" y="2035968"/>
    <p188:txBody>
      <a:bodyPr/>
      <a:lstStyle/>
      <a:p>
        <a:r>
          <a:rPr lang="en-US"/>
          <a:t>please avoid "service". Assessment and prediction of environmental extremes (a few days ahead).</a:t>
        </a:r>
      </a:p>
    </p188:txBody>
  </p188:cm>
  <p188:cm id="{88F15CE5-04A4-48E9-9B9D-BE3470EB40FE}" authorId="{8F89E0C1-C187-D3F8-0DE4-0F1BDB2EC082}" status="resolved" created="2023-10-25T08:27:07.962" complete="100000">
    <ac:txMkLst xmlns:ac="http://schemas.microsoft.com/office/drawing/2013/main/command">
      <pc:docMk xmlns:pc="http://schemas.microsoft.com/office/powerpoint/2013/main/command"/>
      <pc:sldMk xmlns:pc="http://schemas.microsoft.com/office/powerpoint/2013/main/command" cId="313365549" sldId="277"/>
      <ac:spMk id="2" creationId="{D2CD392F-E696-6ED7-B217-CFA7C68BA924}"/>
      <ac:txMk cp="449" len="92">
        <ac:context len="542" hash="2305780662"/>
      </ac:txMk>
    </ac:txMkLst>
    <p188:pos x="2809874" y="3595687"/>
    <p188:txBody>
      <a:bodyPr/>
      <a:lstStyle/>
      <a:p>
        <a:r>
          <a:rPr lang="en-US"/>
          <a:t>As above: Supporting climate change adaptation policies and mitigation scenario testing (multidecadal)</a:t>
        </a:r>
      </a:p>
    </p188:txBody>
  </p188:cm>
</p188:cmLst>
</file>

<file path=ppt/comments/modernComment_116_24D2382F.xml><?xml version="1.0" encoding="utf-8"?>
<p188:cmLst xmlns:a="http://schemas.openxmlformats.org/drawingml/2006/main" xmlns:r="http://schemas.openxmlformats.org/officeDocument/2006/relationships" xmlns:p188="http://schemas.microsoft.com/office/powerpoint/2018/8/main">
  <p188:cm id="{9E999DC4-C98C-4757-B408-F81C7C56710C}" authorId="{BC85774E-F9AA-0ED4-DD00-74E1F0A09CB3}" status="resolved" created="2023-10-26T08:34:51.032" complete="100000">
    <ac:deMkLst xmlns:ac="http://schemas.microsoft.com/office/drawing/2013/main/command">
      <pc:docMk xmlns:pc="http://schemas.microsoft.com/office/powerpoint/2013/main/command"/>
      <pc:sldMk xmlns:pc="http://schemas.microsoft.com/office/powerpoint/2013/main/command" cId="617756719" sldId="278"/>
      <ac:picMk id="10" creationId="{F103BABF-C067-90D6-E4D4-D9B30C956631}"/>
    </ac:deMkLst>
    <p188:txBody>
      <a:bodyPr/>
      <a:lstStyle/>
      <a:p>
        <a:r>
          <a:rPr lang="en-GB"/>
          <a:t>Please remove "DT production data retrieval" as no longer available.
Also add a note to "Simulation configuration by users" that says "Planned for Phase 2".
Also, please add a general note "governance being defined – progressive opening planned from June 2024 onward "
Could you please make the image editable so that we can make changes whenever needed?</a:t>
        </a:r>
      </a:p>
    </p188:txBody>
  </p188:cm>
</p188:cmLst>
</file>

<file path=ppt/comments/modernComment_118_37A542CB.xml><?xml version="1.0" encoding="utf-8"?>
<p188:cmLst xmlns:a="http://schemas.openxmlformats.org/drawingml/2006/main" xmlns:r="http://schemas.openxmlformats.org/officeDocument/2006/relationships" xmlns:p188="http://schemas.microsoft.com/office/powerpoint/2018/8/main">
  <p188:cm id="{A5D03526-81BC-4F73-B0A4-5D3C2E3A351E}" authorId="{BC85774E-F9AA-0ED4-DD00-74E1F0A09CB3}" status="resolved" created="2023-10-26T08:23:57.759" complete="100000">
    <ac:txMkLst xmlns:ac="http://schemas.microsoft.com/office/drawing/2013/main/command">
      <pc:docMk xmlns:pc="http://schemas.microsoft.com/office/powerpoint/2013/main/command"/>
      <pc:sldMk xmlns:pc="http://schemas.microsoft.com/office/powerpoint/2013/main/command" cId="933577419" sldId="280"/>
      <ac:graphicFrameMk id="9" creationId="{EC708551-ECCA-57D8-FD85-A9D6FCF98B26}"/>
      <ac:tblMk/>
      <ac:tcMk rowId="2748797788" colId="700735395"/>
      <ac:txMk cp="15" len="3">
        <ac:context len="129" hash="3537971402"/>
      </ac:txMk>
    </ac:txMkLst>
    <p188:pos x="7902222" y="409222"/>
    <p188:txBody>
      <a:bodyPr/>
      <a:lstStyle/>
      <a:p>
        <a:r>
          <a:rPr lang="en-GB"/>
          <a:t>This date changed to 2026</a:t>
        </a:r>
      </a:p>
    </p188:txBody>
    <p188:extLst>
      <p:ext xmlns:p="http://schemas.openxmlformats.org/presentationml/2006/main" uri="{57CB4572-C831-44C2-8A1C-0ADB6CCDFE69}">
        <p223:reactions xmlns:p223="http://schemas.microsoft.com/office/powerpoint/2022/03/main">
          <p223:rxn type="👍">
            <p223:instance time="2024-03-21T10:59:34.245" authorId="{3582EAC5-9720-80F9-B2CC-01C5C6E762AC}"/>
          </p223:rxn>
        </p223:reactions>
      </p:ext>
    </p188:extLst>
  </p188:cm>
  <p188:cm id="{4F84C61B-4623-4F58-83D8-1D4CFD172845}" authorId="{BC85774E-F9AA-0ED4-DD00-74E1F0A09CB3}" status="resolved" created="2023-10-26T08:30:38.413" complete="100000">
    <pc:sldMkLst xmlns:pc="http://schemas.microsoft.com/office/powerpoint/2013/main/command">
      <pc:docMk/>
      <pc:sldMk cId="933577419" sldId="280"/>
    </pc:sldMkLst>
    <p188:txBody>
      <a:bodyPr/>
      <a:lstStyle/>
      <a:p>
        <a:r>
          <a:rPr lang="en-GB"/>
          <a:t>This also changed
replace third row with: Several thematic digital twins of the Earth-system are developed.</a:t>
        </a:r>
      </a:p>
    </p188:txBody>
  </p188:cm>
  <p188:cm id="{C8C6A70C-8C47-4573-AC7F-1C4E824F7EA0}" authorId="{BC85774E-F9AA-0ED4-DD00-74E1F0A09CB3}" status="resolved" created="2023-10-26T08:52:16.240" complete="100000">
    <ac:txMkLst xmlns:ac="http://schemas.microsoft.com/office/drawing/2013/main/command">
      <pc:docMk xmlns:pc="http://schemas.microsoft.com/office/powerpoint/2013/main/command"/>
      <pc:sldMk xmlns:pc="http://schemas.microsoft.com/office/powerpoint/2013/main/command" cId="933577419" sldId="280"/>
      <ac:graphicFrameMk id="9" creationId="{EC708551-ECCA-57D8-FD85-A9D6FCF98B26}"/>
      <ac:tblMk/>
      <ac:tcMk rowId="2748797788" colId="700735395"/>
      <ac:txMk cp="21" len="107">
        <ac:context len="129" hash="3537971402"/>
      </ac:txMk>
    </ac:txMkLst>
    <p188:pos x="7916333" y="1185333"/>
    <p188:txBody>
      <a:bodyPr/>
      <a:lstStyle/>
      <a:p>
        <a:r>
          <a:rPr lang="en-GB"/>
          <a:t>This text needs changing, I'll provide a text in the next few days</a:t>
        </a:r>
      </a:p>
    </p188:txBody>
  </p188:cm>
</p188:cmLst>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F3A21BE-F35F-4460-8CF5-84C9D6AC43AA}" type="doc">
      <dgm:prSet loTypeId="urn:microsoft.com/office/officeart/2005/8/layout/radial2" loCatId="relationship" qsTypeId="urn:microsoft.com/office/officeart/2005/8/quickstyle/simple1" qsCatId="simple" csTypeId="urn:microsoft.com/office/officeart/2005/8/colors/accent0_3" csCatId="mainScheme" phldr="1"/>
      <dgm:spPr/>
      <dgm:t>
        <a:bodyPr/>
        <a:lstStyle/>
        <a:p>
          <a:endParaRPr lang="en-GB"/>
        </a:p>
      </dgm:t>
    </dgm:pt>
    <dgm:pt modelId="{9D9808CA-8686-4347-B007-F8C10D73B908}">
      <dgm:prSet phldrT="[Text]"/>
      <dgm:spPr/>
      <dgm:t>
        <a:bodyPr/>
        <a:lstStyle/>
        <a:p>
          <a:r>
            <a:rPr lang="en-US"/>
            <a:t>Core Service Platform </a:t>
          </a:r>
          <a:endParaRPr lang="en-GB"/>
        </a:p>
      </dgm:t>
    </dgm:pt>
    <dgm:pt modelId="{C9EA0321-872F-41E1-BF9D-359AC9AB1176}" type="parTrans" cxnId="{98528934-F9F9-4FCF-82F8-C1547546F3AB}">
      <dgm:prSet/>
      <dgm:spPr/>
      <dgm:t>
        <a:bodyPr/>
        <a:lstStyle/>
        <a:p>
          <a:endParaRPr lang="en-GB"/>
        </a:p>
      </dgm:t>
    </dgm:pt>
    <dgm:pt modelId="{1FB66F14-817F-42FC-93D2-3C08212DDB5E}" type="sibTrans" cxnId="{98528934-F9F9-4FCF-82F8-C1547546F3AB}">
      <dgm:prSet/>
      <dgm:spPr/>
      <dgm:t>
        <a:bodyPr/>
        <a:lstStyle/>
        <a:p>
          <a:endParaRPr lang="en-GB"/>
        </a:p>
      </dgm:t>
    </dgm:pt>
    <dgm:pt modelId="{A741D6C7-4D3F-4153-9CC9-38456CF028ED}">
      <dgm:prSet custT="1"/>
      <dgm:spPr/>
      <dgm:t>
        <a:bodyPr/>
        <a:lstStyle/>
        <a:p>
          <a:pPr>
            <a:buFont typeface="Arial" panose="020B0604020202020204" pitchFamily="34" charset="0"/>
            <a:buChar char="•"/>
          </a:pPr>
          <a:r>
            <a:rPr lang="en-US" sz="1200">
              <a:latin typeface="EC Square Sans Pro" panose="020B0506040000020004" pitchFamily="34" charset="0"/>
            </a:rPr>
            <a:t>User’s entry point to </a:t>
          </a:r>
          <a:r>
            <a:rPr lang="en-US" sz="1200" err="1">
              <a:latin typeface="EC Square Sans Pro" panose="020B0506040000020004" pitchFamily="34" charset="0"/>
            </a:rPr>
            <a:t>DestinE</a:t>
          </a:r>
          <a:r>
            <a:rPr lang="en-US" sz="1200">
              <a:latin typeface="EC Square Sans Pro" panose="020B0506040000020004" pitchFamily="34" charset="0"/>
            </a:rPr>
            <a:t>, offering decision-making tools, applications and services. </a:t>
          </a:r>
        </a:p>
      </dgm:t>
    </dgm:pt>
    <dgm:pt modelId="{BEA00E7E-08BA-4258-83C9-9D62561B9FF1}" type="parTrans" cxnId="{F767104E-161F-49AB-8095-39075BAABDB7}">
      <dgm:prSet/>
      <dgm:spPr/>
      <dgm:t>
        <a:bodyPr/>
        <a:lstStyle/>
        <a:p>
          <a:endParaRPr lang="en-GB"/>
        </a:p>
      </dgm:t>
    </dgm:pt>
    <dgm:pt modelId="{7D0F18B6-C17E-4005-AFD0-ED3615883480}" type="sibTrans" cxnId="{F767104E-161F-49AB-8095-39075BAABDB7}">
      <dgm:prSet/>
      <dgm:spPr/>
      <dgm:t>
        <a:bodyPr/>
        <a:lstStyle/>
        <a:p>
          <a:endParaRPr lang="en-GB"/>
        </a:p>
      </dgm:t>
    </dgm:pt>
    <dgm:pt modelId="{F8793056-04B7-4632-A7C3-347C241AA962}">
      <dgm:prSet/>
      <dgm:spPr/>
      <dgm:t>
        <a:bodyPr/>
        <a:lstStyle/>
        <a:p>
          <a:r>
            <a:rPr lang="en-US"/>
            <a:t>Data Lake </a:t>
          </a:r>
        </a:p>
      </dgm:t>
    </dgm:pt>
    <dgm:pt modelId="{CF15D125-475D-4FB8-8F00-738294007E20}" type="parTrans" cxnId="{78057942-0EC4-4DA1-B81F-F726B34F092B}">
      <dgm:prSet/>
      <dgm:spPr/>
      <dgm:t>
        <a:bodyPr/>
        <a:lstStyle/>
        <a:p>
          <a:endParaRPr lang="en-GB"/>
        </a:p>
      </dgm:t>
    </dgm:pt>
    <dgm:pt modelId="{633CDFAB-6C89-4B0E-AA7F-89A35787BECA}" type="sibTrans" cxnId="{78057942-0EC4-4DA1-B81F-F726B34F092B}">
      <dgm:prSet/>
      <dgm:spPr/>
      <dgm:t>
        <a:bodyPr/>
        <a:lstStyle/>
        <a:p>
          <a:endParaRPr lang="en-GB"/>
        </a:p>
      </dgm:t>
    </dgm:pt>
    <dgm:pt modelId="{8C0B2835-47EF-48D8-BB7E-E7B7A99F03D5}">
      <dgm:prSet custT="1"/>
      <dgm:spPr/>
      <dgm:t>
        <a:bodyPr/>
        <a:lstStyle/>
        <a:p>
          <a:r>
            <a:rPr lang="en-US" sz="1200">
              <a:latin typeface="EC Square Sans Pro" panose="020B0506040000020004" pitchFamily="34" charset="0"/>
            </a:rPr>
            <a:t>Data access </a:t>
          </a:r>
          <a:r>
            <a:rPr lang="en-US" sz="1200" err="1">
              <a:latin typeface="EC Square Sans Pro" panose="020B0506040000020004" pitchFamily="34" charset="0"/>
            </a:rPr>
            <a:t>harmonisation</a:t>
          </a:r>
          <a:r>
            <a:rPr lang="en-US" sz="1200">
              <a:latin typeface="EC Square Sans Pro" panose="020B0506040000020004" pitchFamily="34" charset="0"/>
            </a:rPr>
            <a:t> of Digital Twins data and federated providers. Big data processing capabilities provided to allow computing in proximity to the data. </a:t>
          </a:r>
        </a:p>
      </dgm:t>
    </dgm:pt>
    <dgm:pt modelId="{93589979-7BE4-4D87-927D-3E594B5E83D3}" type="parTrans" cxnId="{D6DFED53-C333-415F-B796-136111C792EA}">
      <dgm:prSet/>
      <dgm:spPr/>
      <dgm:t>
        <a:bodyPr/>
        <a:lstStyle/>
        <a:p>
          <a:endParaRPr lang="en-GB"/>
        </a:p>
      </dgm:t>
    </dgm:pt>
    <dgm:pt modelId="{0C0D7B6A-A4E1-4E0C-AE1E-EB094846A8C3}" type="sibTrans" cxnId="{D6DFED53-C333-415F-B796-136111C792EA}">
      <dgm:prSet/>
      <dgm:spPr/>
      <dgm:t>
        <a:bodyPr/>
        <a:lstStyle/>
        <a:p>
          <a:endParaRPr lang="en-GB"/>
        </a:p>
      </dgm:t>
    </dgm:pt>
    <dgm:pt modelId="{AF83C358-6989-4038-8309-16C98FAF479F}">
      <dgm:prSet/>
      <dgm:spPr/>
      <dgm:t>
        <a:bodyPr/>
        <a:lstStyle/>
        <a:p>
          <a:r>
            <a:rPr lang="en-US"/>
            <a:t>Digital Twins and Digital Twin Engine </a:t>
          </a:r>
        </a:p>
      </dgm:t>
    </dgm:pt>
    <dgm:pt modelId="{FF01B487-A47B-41AF-81FA-95C25AA1B440}" type="parTrans" cxnId="{DC8AF3F7-67C1-4BBC-A46E-C88D1D7668DA}">
      <dgm:prSet/>
      <dgm:spPr/>
      <dgm:t>
        <a:bodyPr/>
        <a:lstStyle/>
        <a:p>
          <a:endParaRPr lang="en-GB"/>
        </a:p>
      </dgm:t>
    </dgm:pt>
    <dgm:pt modelId="{31CEFE47-EA69-418E-BC3B-A1E12BADA6DB}" type="sibTrans" cxnId="{DC8AF3F7-67C1-4BBC-A46E-C88D1D7668DA}">
      <dgm:prSet/>
      <dgm:spPr/>
      <dgm:t>
        <a:bodyPr/>
        <a:lstStyle/>
        <a:p>
          <a:endParaRPr lang="en-GB"/>
        </a:p>
      </dgm:t>
    </dgm:pt>
    <dgm:pt modelId="{AE8192B8-1E79-4C23-81D3-02B13D7564CA}">
      <dgm:prSet custT="1"/>
      <dgm:spPr/>
      <dgm:t>
        <a:bodyPr/>
        <a:lstStyle/>
        <a:p>
          <a:r>
            <a:rPr lang="en-US" sz="1200">
              <a:latin typeface="EC Square Sans Pro" panose="020B0506040000020004" pitchFamily="34" charset="0"/>
            </a:rPr>
            <a:t>Includes the first two digital twins on (1) Weather-induced Extremes and (2) Climate Change Adaptation. The Digital Twin Engine is backed by extreme scale computing, data handling and data fusion software infrastructure.</a:t>
          </a:r>
        </a:p>
      </dgm:t>
    </dgm:pt>
    <dgm:pt modelId="{EE8AD25C-D9D5-45BF-A5DB-0BF849172B9B}" type="parTrans" cxnId="{93F72D32-80B0-49F4-81AE-AE315EB0262E}">
      <dgm:prSet/>
      <dgm:spPr/>
      <dgm:t>
        <a:bodyPr/>
        <a:lstStyle/>
        <a:p>
          <a:endParaRPr lang="en-GB"/>
        </a:p>
      </dgm:t>
    </dgm:pt>
    <dgm:pt modelId="{90C109B8-3D60-4C20-9C64-A90A168F094E}" type="sibTrans" cxnId="{93F72D32-80B0-49F4-81AE-AE315EB0262E}">
      <dgm:prSet/>
      <dgm:spPr/>
      <dgm:t>
        <a:bodyPr/>
        <a:lstStyle/>
        <a:p>
          <a:endParaRPr lang="en-GB"/>
        </a:p>
      </dgm:t>
    </dgm:pt>
    <dgm:pt modelId="{88A76BB2-73D1-44E7-8408-CBB0CD69CA2B}" type="pres">
      <dgm:prSet presAssocID="{3F3A21BE-F35F-4460-8CF5-84C9D6AC43AA}" presName="composite" presStyleCnt="0">
        <dgm:presLayoutVars>
          <dgm:chMax val="5"/>
          <dgm:dir/>
          <dgm:animLvl val="ctr"/>
          <dgm:resizeHandles val="exact"/>
        </dgm:presLayoutVars>
      </dgm:prSet>
      <dgm:spPr/>
    </dgm:pt>
    <dgm:pt modelId="{A16C6168-533D-4FA0-AB02-68F81A498940}" type="pres">
      <dgm:prSet presAssocID="{3F3A21BE-F35F-4460-8CF5-84C9D6AC43AA}" presName="cycle" presStyleCnt="0"/>
      <dgm:spPr/>
    </dgm:pt>
    <dgm:pt modelId="{19F61014-1CAC-4730-86D1-5A41D38F3E7C}" type="pres">
      <dgm:prSet presAssocID="{3F3A21BE-F35F-4460-8CF5-84C9D6AC43AA}" presName="centerShape" presStyleCnt="0"/>
      <dgm:spPr/>
    </dgm:pt>
    <dgm:pt modelId="{6AEE0E9F-FC50-457E-AD52-E5663180CA9A}" type="pres">
      <dgm:prSet presAssocID="{3F3A21BE-F35F-4460-8CF5-84C9D6AC43AA}" presName="connSite" presStyleLbl="node1" presStyleIdx="0" presStyleCnt="4"/>
      <dgm:spPr/>
    </dgm:pt>
    <dgm:pt modelId="{D81AE447-CE89-48D6-B24C-360714F462CC}" type="pres">
      <dgm:prSet presAssocID="{3F3A21BE-F35F-4460-8CF5-84C9D6AC43AA}" presName="visible" presStyleLbl="node1" presStyleIdx="0" presStyleCnt="4"/>
      <dgm:spPr>
        <a:solidFill>
          <a:srgbClr val="F2F7FD"/>
        </a:solidFill>
        <a:ln>
          <a:solidFill>
            <a:srgbClr val="F2F7FD"/>
          </a:solidFill>
        </a:ln>
      </dgm:spPr>
    </dgm:pt>
    <dgm:pt modelId="{F06A64EA-0A15-45C0-A215-947BCF22E559}" type="pres">
      <dgm:prSet presAssocID="{C9EA0321-872F-41E1-BF9D-359AC9AB1176}" presName="Name25" presStyleLbl="parChTrans1D1" presStyleIdx="0" presStyleCnt="3"/>
      <dgm:spPr/>
    </dgm:pt>
    <dgm:pt modelId="{9104EFAB-DB0A-4D94-AA5B-194E177E2347}" type="pres">
      <dgm:prSet presAssocID="{9D9808CA-8686-4347-B007-F8C10D73B908}" presName="node" presStyleCnt="0"/>
      <dgm:spPr/>
    </dgm:pt>
    <dgm:pt modelId="{A0A2A595-D786-4EB5-9BDE-881AA49DD5AB}" type="pres">
      <dgm:prSet presAssocID="{9D9808CA-8686-4347-B007-F8C10D73B908}" presName="parentNode" presStyleLbl="node1" presStyleIdx="1" presStyleCnt="4" custLinFactNeighborX="2762" custLinFactNeighborY="25776">
        <dgm:presLayoutVars>
          <dgm:chMax val="1"/>
          <dgm:bulletEnabled val="1"/>
        </dgm:presLayoutVars>
      </dgm:prSet>
      <dgm:spPr/>
    </dgm:pt>
    <dgm:pt modelId="{84B6738A-9727-47F4-9C0F-71656980758B}" type="pres">
      <dgm:prSet presAssocID="{9D9808CA-8686-4347-B007-F8C10D73B908}" presName="childNode" presStyleLbl="revTx" presStyleIdx="0" presStyleCnt="3">
        <dgm:presLayoutVars>
          <dgm:bulletEnabled val="1"/>
        </dgm:presLayoutVars>
      </dgm:prSet>
      <dgm:spPr/>
    </dgm:pt>
    <dgm:pt modelId="{CBE41952-674B-49D6-9E6B-B331E3025154}" type="pres">
      <dgm:prSet presAssocID="{CF15D125-475D-4FB8-8F00-738294007E20}" presName="Name25" presStyleLbl="parChTrans1D1" presStyleIdx="1" presStyleCnt="3"/>
      <dgm:spPr/>
    </dgm:pt>
    <dgm:pt modelId="{FAC37933-9B65-4195-9806-C034D7B218B8}" type="pres">
      <dgm:prSet presAssocID="{F8793056-04B7-4632-A7C3-347C241AA962}" presName="node" presStyleCnt="0"/>
      <dgm:spPr/>
    </dgm:pt>
    <dgm:pt modelId="{F7DB8902-E020-4762-B1CB-DEFAFCECFAF6}" type="pres">
      <dgm:prSet presAssocID="{F8793056-04B7-4632-A7C3-347C241AA962}" presName="parentNode" presStyleLbl="node1" presStyleIdx="2" presStyleCnt="4" custLinFactNeighborX="921">
        <dgm:presLayoutVars>
          <dgm:chMax val="1"/>
          <dgm:bulletEnabled val="1"/>
        </dgm:presLayoutVars>
      </dgm:prSet>
      <dgm:spPr/>
    </dgm:pt>
    <dgm:pt modelId="{8441B59E-6B36-4F28-85D5-701C8A67F6B3}" type="pres">
      <dgm:prSet presAssocID="{F8793056-04B7-4632-A7C3-347C241AA962}" presName="childNode" presStyleLbl="revTx" presStyleIdx="1" presStyleCnt="3">
        <dgm:presLayoutVars>
          <dgm:bulletEnabled val="1"/>
        </dgm:presLayoutVars>
      </dgm:prSet>
      <dgm:spPr/>
    </dgm:pt>
    <dgm:pt modelId="{07D70D66-B62E-4940-A04F-155150EC34D4}" type="pres">
      <dgm:prSet presAssocID="{FF01B487-A47B-41AF-81FA-95C25AA1B440}" presName="Name25" presStyleLbl="parChTrans1D1" presStyleIdx="2" presStyleCnt="3"/>
      <dgm:spPr/>
    </dgm:pt>
    <dgm:pt modelId="{189591A4-D0B0-4106-B236-4C08B1899917}" type="pres">
      <dgm:prSet presAssocID="{AF83C358-6989-4038-8309-16C98FAF479F}" presName="node" presStyleCnt="0"/>
      <dgm:spPr/>
    </dgm:pt>
    <dgm:pt modelId="{9F7E84B5-F403-4570-BEB6-6AB0556956A0}" type="pres">
      <dgm:prSet presAssocID="{AF83C358-6989-4038-8309-16C98FAF479F}" presName="parentNode" presStyleLbl="node1" presStyleIdx="3" presStyleCnt="4">
        <dgm:presLayoutVars>
          <dgm:chMax val="1"/>
          <dgm:bulletEnabled val="1"/>
        </dgm:presLayoutVars>
      </dgm:prSet>
      <dgm:spPr/>
    </dgm:pt>
    <dgm:pt modelId="{164C8A7F-6008-40F6-B37D-12B246681A09}" type="pres">
      <dgm:prSet presAssocID="{AF83C358-6989-4038-8309-16C98FAF479F}" presName="childNode" presStyleLbl="revTx" presStyleIdx="2" presStyleCnt="3">
        <dgm:presLayoutVars>
          <dgm:bulletEnabled val="1"/>
        </dgm:presLayoutVars>
      </dgm:prSet>
      <dgm:spPr/>
    </dgm:pt>
  </dgm:ptLst>
  <dgm:cxnLst>
    <dgm:cxn modelId="{BF277404-CAAB-4F15-9FAA-D4727FC38F10}" type="presOf" srcId="{AE8192B8-1E79-4C23-81D3-02B13D7564CA}" destId="{164C8A7F-6008-40F6-B37D-12B246681A09}" srcOrd="0" destOrd="0" presId="urn:microsoft.com/office/officeart/2005/8/layout/radial2"/>
    <dgm:cxn modelId="{CE99B930-0EC8-4083-996C-754866727A5B}" type="presOf" srcId="{A741D6C7-4D3F-4153-9CC9-38456CF028ED}" destId="{84B6738A-9727-47F4-9C0F-71656980758B}" srcOrd="0" destOrd="0" presId="urn:microsoft.com/office/officeart/2005/8/layout/radial2"/>
    <dgm:cxn modelId="{93F72D32-80B0-49F4-81AE-AE315EB0262E}" srcId="{AF83C358-6989-4038-8309-16C98FAF479F}" destId="{AE8192B8-1E79-4C23-81D3-02B13D7564CA}" srcOrd="0" destOrd="0" parTransId="{EE8AD25C-D9D5-45BF-A5DB-0BF849172B9B}" sibTransId="{90C109B8-3D60-4C20-9C64-A90A168F094E}"/>
    <dgm:cxn modelId="{98528934-F9F9-4FCF-82F8-C1547546F3AB}" srcId="{3F3A21BE-F35F-4460-8CF5-84C9D6AC43AA}" destId="{9D9808CA-8686-4347-B007-F8C10D73B908}" srcOrd="0" destOrd="0" parTransId="{C9EA0321-872F-41E1-BF9D-359AC9AB1176}" sibTransId="{1FB66F14-817F-42FC-93D2-3C08212DDB5E}"/>
    <dgm:cxn modelId="{4E9CC739-80AB-4F16-BF8B-59C0939F879F}" type="presOf" srcId="{CF15D125-475D-4FB8-8F00-738294007E20}" destId="{CBE41952-674B-49D6-9E6B-B331E3025154}" srcOrd="0" destOrd="0" presId="urn:microsoft.com/office/officeart/2005/8/layout/radial2"/>
    <dgm:cxn modelId="{C855593F-D2C3-4973-B29A-2B69FB639A55}" type="presOf" srcId="{FF01B487-A47B-41AF-81FA-95C25AA1B440}" destId="{07D70D66-B62E-4940-A04F-155150EC34D4}" srcOrd="0" destOrd="0" presId="urn:microsoft.com/office/officeart/2005/8/layout/radial2"/>
    <dgm:cxn modelId="{78057942-0EC4-4DA1-B81F-F726B34F092B}" srcId="{3F3A21BE-F35F-4460-8CF5-84C9D6AC43AA}" destId="{F8793056-04B7-4632-A7C3-347C241AA962}" srcOrd="1" destOrd="0" parTransId="{CF15D125-475D-4FB8-8F00-738294007E20}" sibTransId="{633CDFAB-6C89-4B0E-AA7F-89A35787BECA}"/>
    <dgm:cxn modelId="{F767104E-161F-49AB-8095-39075BAABDB7}" srcId="{9D9808CA-8686-4347-B007-F8C10D73B908}" destId="{A741D6C7-4D3F-4153-9CC9-38456CF028ED}" srcOrd="0" destOrd="0" parTransId="{BEA00E7E-08BA-4258-83C9-9D62561B9FF1}" sibTransId="{7D0F18B6-C17E-4005-AFD0-ED3615883480}"/>
    <dgm:cxn modelId="{D6DFED53-C333-415F-B796-136111C792EA}" srcId="{F8793056-04B7-4632-A7C3-347C241AA962}" destId="{8C0B2835-47EF-48D8-BB7E-E7B7A99F03D5}" srcOrd="0" destOrd="0" parTransId="{93589979-7BE4-4D87-927D-3E594B5E83D3}" sibTransId="{0C0D7B6A-A4E1-4E0C-AE1E-EB094846A8C3}"/>
    <dgm:cxn modelId="{D90DD47E-3A57-4361-A2B4-7ED32C0A43EB}" type="presOf" srcId="{9D9808CA-8686-4347-B007-F8C10D73B908}" destId="{A0A2A595-D786-4EB5-9BDE-881AA49DD5AB}" srcOrd="0" destOrd="0" presId="urn:microsoft.com/office/officeart/2005/8/layout/radial2"/>
    <dgm:cxn modelId="{59C07094-9B25-41DA-8FD2-22C1B6524A30}" type="presOf" srcId="{8C0B2835-47EF-48D8-BB7E-E7B7A99F03D5}" destId="{8441B59E-6B36-4F28-85D5-701C8A67F6B3}" srcOrd="0" destOrd="0" presId="urn:microsoft.com/office/officeart/2005/8/layout/radial2"/>
    <dgm:cxn modelId="{FC19F8B9-8395-483A-BA3A-F055A09A66A6}" type="presOf" srcId="{F8793056-04B7-4632-A7C3-347C241AA962}" destId="{F7DB8902-E020-4762-B1CB-DEFAFCECFAF6}" srcOrd="0" destOrd="0" presId="urn:microsoft.com/office/officeart/2005/8/layout/radial2"/>
    <dgm:cxn modelId="{151671C2-15C4-440E-B962-0E22FD4C7D4F}" type="presOf" srcId="{AF83C358-6989-4038-8309-16C98FAF479F}" destId="{9F7E84B5-F403-4570-BEB6-6AB0556956A0}" srcOrd="0" destOrd="0" presId="urn:microsoft.com/office/officeart/2005/8/layout/radial2"/>
    <dgm:cxn modelId="{3D34E8D0-09CA-477F-8C52-5091285EA4C8}" type="presOf" srcId="{3F3A21BE-F35F-4460-8CF5-84C9D6AC43AA}" destId="{88A76BB2-73D1-44E7-8408-CBB0CD69CA2B}" srcOrd="0" destOrd="0" presId="urn:microsoft.com/office/officeart/2005/8/layout/radial2"/>
    <dgm:cxn modelId="{5339CDE1-CE5E-4C0C-9015-C429DCCDDF5D}" type="presOf" srcId="{C9EA0321-872F-41E1-BF9D-359AC9AB1176}" destId="{F06A64EA-0A15-45C0-A215-947BCF22E559}" srcOrd="0" destOrd="0" presId="urn:microsoft.com/office/officeart/2005/8/layout/radial2"/>
    <dgm:cxn modelId="{DC8AF3F7-67C1-4BBC-A46E-C88D1D7668DA}" srcId="{3F3A21BE-F35F-4460-8CF5-84C9D6AC43AA}" destId="{AF83C358-6989-4038-8309-16C98FAF479F}" srcOrd="2" destOrd="0" parTransId="{FF01B487-A47B-41AF-81FA-95C25AA1B440}" sibTransId="{31CEFE47-EA69-418E-BC3B-A1E12BADA6DB}"/>
    <dgm:cxn modelId="{32CD02EE-BA89-4CFB-AAE6-F616A6875A0A}" type="presParOf" srcId="{88A76BB2-73D1-44E7-8408-CBB0CD69CA2B}" destId="{A16C6168-533D-4FA0-AB02-68F81A498940}" srcOrd="0" destOrd="0" presId="urn:microsoft.com/office/officeart/2005/8/layout/radial2"/>
    <dgm:cxn modelId="{E69D7FBD-86D2-45CE-B560-99C12D253CC4}" type="presParOf" srcId="{A16C6168-533D-4FA0-AB02-68F81A498940}" destId="{19F61014-1CAC-4730-86D1-5A41D38F3E7C}" srcOrd="0" destOrd="0" presId="urn:microsoft.com/office/officeart/2005/8/layout/radial2"/>
    <dgm:cxn modelId="{AB304D85-AD88-4F48-AA29-4D151B9F4CB1}" type="presParOf" srcId="{19F61014-1CAC-4730-86D1-5A41D38F3E7C}" destId="{6AEE0E9F-FC50-457E-AD52-E5663180CA9A}" srcOrd="0" destOrd="0" presId="urn:microsoft.com/office/officeart/2005/8/layout/radial2"/>
    <dgm:cxn modelId="{A1C46897-A16B-4654-8698-54C7745E9C76}" type="presParOf" srcId="{19F61014-1CAC-4730-86D1-5A41D38F3E7C}" destId="{D81AE447-CE89-48D6-B24C-360714F462CC}" srcOrd="1" destOrd="0" presId="urn:microsoft.com/office/officeart/2005/8/layout/radial2"/>
    <dgm:cxn modelId="{0E83A049-6338-40A9-9428-16946107ECC1}" type="presParOf" srcId="{A16C6168-533D-4FA0-AB02-68F81A498940}" destId="{F06A64EA-0A15-45C0-A215-947BCF22E559}" srcOrd="1" destOrd="0" presId="urn:microsoft.com/office/officeart/2005/8/layout/radial2"/>
    <dgm:cxn modelId="{0802AAAA-4B9E-490C-82D9-BDB2564C33CB}" type="presParOf" srcId="{A16C6168-533D-4FA0-AB02-68F81A498940}" destId="{9104EFAB-DB0A-4D94-AA5B-194E177E2347}" srcOrd="2" destOrd="0" presId="urn:microsoft.com/office/officeart/2005/8/layout/radial2"/>
    <dgm:cxn modelId="{AB6F0A0D-4E18-416E-BB88-67284E8217F0}" type="presParOf" srcId="{9104EFAB-DB0A-4D94-AA5B-194E177E2347}" destId="{A0A2A595-D786-4EB5-9BDE-881AA49DD5AB}" srcOrd="0" destOrd="0" presId="urn:microsoft.com/office/officeart/2005/8/layout/radial2"/>
    <dgm:cxn modelId="{54360E5E-135C-4B45-8816-901010B542DE}" type="presParOf" srcId="{9104EFAB-DB0A-4D94-AA5B-194E177E2347}" destId="{84B6738A-9727-47F4-9C0F-71656980758B}" srcOrd="1" destOrd="0" presId="urn:microsoft.com/office/officeart/2005/8/layout/radial2"/>
    <dgm:cxn modelId="{80EDABC8-6924-4B77-A5E1-222ED5937AA8}" type="presParOf" srcId="{A16C6168-533D-4FA0-AB02-68F81A498940}" destId="{CBE41952-674B-49D6-9E6B-B331E3025154}" srcOrd="3" destOrd="0" presId="urn:microsoft.com/office/officeart/2005/8/layout/radial2"/>
    <dgm:cxn modelId="{2136A2BA-FAB2-4924-9191-F79A061CC1D8}" type="presParOf" srcId="{A16C6168-533D-4FA0-AB02-68F81A498940}" destId="{FAC37933-9B65-4195-9806-C034D7B218B8}" srcOrd="4" destOrd="0" presId="urn:microsoft.com/office/officeart/2005/8/layout/radial2"/>
    <dgm:cxn modelId="{D1AC41E2-EE7D-4243-AB6E-1BA1F7D9343F}" type="presParOf" srcId="{FAC37933-9B65-4195-9806-C034D7B218B8}" destId="{F7DB8902-E020-4762-B1CB-DEFAFCECFAF6}" srcOrd="0" destOrd="0" presId="urn:microsoft.com/office/officeart/2005/8/layout/radial2"/>
    <dgm:cxn modelId="{F403C01B-D551-4169-B5FF-01748EED3599}" type="presParOf" srcId="{FAC37933-9B65-4195-9806-C034D7B218B8}" destId="{8441B59E-6B36-4F28-85D5-701C8A67F6B3}" srcOrd="1" destOrd="0" presId="urn:microsoft.com/office/officeart/2005/8/layout/radial2"/>
    <dgm:cxn modelId="{5802AF01-1FD9-441E-B804-730F066E5578}" type="presParOf" srcId="{A16C6168-533D-4FA0-AB02-68F81A498940}" destId="{07D70D66-B62E-4940-A04F-155150EC34D4}" srcOrd="5" destOrd="0" presId="urn:microsoft.com/office/officeart/2005/8/layout/radial2"/>
    <dgm:cxn modelId="{A0D43E51-235C-4E15-91C6-1252C5B43B8C}" type="presParOf" srcId="{A16C6168-533D-4FA0-AB02-68F81A498940}" destId="{189591A4-D0B0-4106-B236-4C08B1899917}" srcOrd="6" destOrd="0" presId="urn:microsoft.com/office/officeart/2005/8/layout/radial2"/>
    <dgm:cxn modelId="{20A66123-C939-4AAE-B51D-AC5BA1855999}" type="presParOf" srcId="{189591A4-D0B0-4106-B236-4C08B1899917}" destId="{9F7E84B5-F403-4570-BEB6-6AB0556956A0}" srcOrd="0" destOrd="0" presId="urn:microsoft.com/office/officeart/2005/8/layout/radial2"/>
    <dgm:cxn modelId="{1EBB5D30-5318-4B10-9893-5324C6BD895F}" type="presParOf" srcId="{189591A4-D0B0-4106-B236-4C08B1899917}" destId="{164C8A7F-6008-40F6-B37D-12B246681A09}" srcOrd="1" destOrd="0" presId="urn:microsoft.com/office/officeart/2005/8/layout/radial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D70D66-B62E-4940-A04F-155150EC34D4}">
      <dsp:nvSpPr>
        <dsp:cNvPr id="0" name=""/>
        <dsp:cNvSpPr/>
      </dsp:nvSpPr>
      <dsp:spPr>
        <a:xfrm rot="2563541">
          <a:off x="2028479" y="2979197"/>
          <a:ext cx="650049" cy="59150"/>
        </a:xfrm>
        <a:custGeom>
          <a:avLst/>
          <a:gdLst/>
          <a:ahLst/>
          <a:cxnLst/>
          <a:rect l="0" t="0" r="0" b="0"/>
          <a:pathLst>
            <a:path>
              <a:moveTo>
                <a:pt x="0" y="29575"/>
              </a:moveTo>
              <a:lnTo>
                <a:pt x="650049" y="29575"/>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E41952-674B-49D6-9E6B-B331E3025154}">
      <dsp:nvSpPr>
        <dsp:cNvPr id="0" name=""/>
        <dsp:cNvSpPr/>
      </dsp:nvSpPr>
      <dsp:spPr>
        <a:xfrm>
          <a:off x="2114737" y="2087445"/>
          <a:ext cx="842696" cy="59150"/>
        </a:xfrm>
        <a:custGeom>
          <a:avLst/>
          <a:gdLst/>
          <a:ahLst/>
          <a:cxnLst/>
          <a:rect l="0" t="0" r="0" b="0"/>
          <a:pathLst>
            <a:path>
              <a:moveTo>
                <a:pt x="0" y="29575"/>
              </a:moveTo>
              <a:lnTo>
                <a:pt x="842696" y="29575"/>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06A64EA-0A15-45C0-A215-947BCF22E559}">
      <dsp:nvSpPr>
        <dsp:cNvPr id="0" name=""/>
        <dsp:cNvSpPr/>
      </dsp:nvSpPr>
      <dsp:spPr>
        <a:xfrm rot="19496844">
          <a:off x="2052896" y="1381756"/>
          <a:ext cx="681909" cy="59150"/>
        </a:xfrm>
        <a:custGeom>
          <a:avLst/>
          <a:gdLst/>
          <a:ahLst/>
          <a:cxnLst/>
          <a:rect l="0" t="0" r="0" b="0"/>
          <a:pathLst>
            <a:path>
              <a:moveTo>
                <a:pt x="0" y="29575"/>
              </a:moveTo>
              <a:lnTo>
                <a:pt x="681909" y="29575"/>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81AE447-CE89-48D6-B24C-360714F462CC}">
      <dsp:nvSpPr>
        <dsp:cNvPr id="0" name=""/>
        <dsp:cNvSpPr/>
      </dsp:nvSpPr>
      <dsp:spPr>
        <a:xfrm>
          <a:off x="349779" y="1078809"/>
          <a:ext cx="2076421" cy="2076421"/>
        </a:xfrm>
        <a:prstGeom prst="ellipse">
          <a:avLst/>
        </a:prstGeom>
        <a:solidFill>
          <a:srgbClr val="F2F7FD"/>
        </a:solidFill>
        <a:ln w="12700" cap="flat" cmpd="sng" algn="ctr">
          <a:solidFill>
            <a:srgbClr val="F2F7FD"/>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0A2A595-D786-4EB5-9BDE-881AA49DD5AB}">
      <dsp:nvSpPr>
        <dsp:cNvPr id="0" name=""/>
        <dsp:cNvSpPr/>
      </dsp:nvSpPr>
      <dsp:spPr>
        <a:xfrm>
          <a:off x="2567551" y="300514"/>
          <a:ext cx="1162396" cy="1162396"/>
        </a:xfrm>
        <a:prstGeom prst="ellipse">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a:t>Core Service Platform </a:t>
          </a:r>
          <a:endParaRPr lang="en-GB" sz="1400" kern="1200"/>
        </a:p>
      </dsp:txBody>
      <dsp:txXfrm>
        <a:off x="2737780" y="470743"/>
        <a:ext cx="821938" cy="821938"/>
      </dsp:txXfrm>
    </dsp:sp>
    <dsp:sp modelId="{84B6738A-9727-47F4-9C0F-71656980758B}">
      <dsp:nvSpPr>
        <dsp:cNvPr id="0" name=""/>
        <dsp:cNvSpPr/>
      </dsp:nvSpPr>
      <dsp:spPr>
        <a:xfrm>
          <a:off x="3846187" y="300514"/>
          <a:ext cx="1743594" cy="11623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US" sz="1200" kern="1200">
              <a:latin typeface="EC Square Sans Pro" panose="020B0506040000020004" pitchFamily="34" charset="0"/>
            </a:rPr>
            <a:t>User’s entry point to </a:t>
          </a:r>
          <a:r>
            <a:rPr lang="en-US" sz="1200" kern="1200" err="1">
              <a:latin typeface="EC Square Sans Pro" panose="020B0506040000020004" pitchFamily="34" charset="0"/>
            </a:rPr>
            <a:t>DestinE</a:t>
          </a:r>
          <a:r>
            <a:rPr lang="en-US" sz="1200" kern="1200">
              <a:latin typeface="EC Square Sans Pro" panose="020B0506040000020004" pitchFamily="34" charset="0"/>
            </a:rPr>
            <a:t>, offering decision-making tools, applications and services. </a:t>
          </a:r>
        </a:p>
      </dsp:txBody>
      <dsp:txXfrm>
        <a:off x="3846187" y="300514"/>
        <a:ext cx="1743594" cy="1162396"/>
      </dsp:txXfrm>
    </dsp:sp>
    <dsp:sp modelId="{F7DB8902-E020-4762-B1CB-DEFAFCECFAF6}">
      <dsp:nvSpPr>
        <dsp:cNvPr id="0" name=""/>
        <dsp:cNvSpPr/>
      </dsp:nvSpPr>
      <dsp:spPr>
        <a:xfrm>
          <a:off x="2957433" y="1535822"/>
          <a:ext cx="1162396" cy="1162396"/>
        </a:xfrm>
        <a:prstGeom prst="ellipse">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a:t>Data Lake </a:t>
          </a:r>
        </a:p>
      </dsp:txBody>
      <dsp:txXfrm>
        <a:off x="3127662" y="1706051"/>
        <a:ext cx="821938" cy="821938"/>
      </dsp:txXfrm>
    </dsp:sp>
    <dsp:sp modelId="{8441B59E-6B36-4F28-85D5-701C8A67F6B3}">
      <dsp:nvSpPr>
        <dsp:cNvPr id="0" name=""/>
        <dsp:cNvSpPr/>
      </dsp:nvSpPr>
      <dsp:spPr>
        <a:xfrm>
          <a:off x="4236069" y="1535822"/>
          <a:ext cx="1743594" cy="11623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114300" lvl="1" indent="-114300" algn="l" defTabSz="533400">
            <a:lnSpc>
              <a:spcPct val="90000"/>
            </a:lnSpc>
            <a:spcBef>
              <a:spcPct val="0"/>
            </a:spcBef>
            <a:spcAft>
              <a:spcPct val="15000"/>
            </a:spcAft>
            <a:buChar char="•"/>
          </a:pPr>
          <a:r>
            <a:rPr lang="en-US" sz="1200" kern="1200">
              <a:latin typeface="EC Square Sans Pro" panose="020B0506040000020004" pitchFamily="34" charset="0"/>
            </a:rPr>
            <a:t>Data access </a:t>
          </a:r>
          <a:r>
            <a:rPr lang="en-US" sz="1200" kern="1200" err="1">
              <a:latin typeface="EC Square Sans Pro" panose="020B0506040000020004" pitchFamily="34" charset="0"/>
            </a:rPr>
            <a:t>harmonisation</a:t>
          </a:r>
          <a:r>
            <a:rPr lang="en-US" sz="1200" kern="1200">
              <a:latin typeface="EC Square Sans Pro" panose="020B0506040000020004" pitchFamily="34" charset="0"/>
            </a:rPr>
            <a:t> of Digital Twins data and federated providers. Big data processing capabilities provided to allow computing in proximity to the data. </a:t>
          </a:r>
        </a:p>
      </dsp:txBody>
      <dsp:txXfrm>
        <a:off x="4236069" y="1535822"/>
        <a:ext cx="1743594" cy="1162396"/>
      </dsp:txXfrm>
    </dsp:sp>
    <dsp:sp modelId="{9F7E84B5-F403-4570-BEB6-6AB0556956A0}">
      <dsp:nvSpPr>
        <dsp:cNvPr id="0" name=""/>
        <dsp:cNvSpPr/>
      </dsp:nvSpPr>
      <dsp:spPr>
        <a:xfrm>
          <a:off x="2426952" y="3029020"/>
          <a:ext cx="1245852" cy="1245852"/>
        </a:xfrm>
        <a:prstGeom prst="ellipse">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a:t>Digital Twins and Digital Twin Engine </a:t>
          </a:r>
        </a:p>
      </dsp:txBody>
      <dsp:txXfrm>
        <a:off x="2609403" y="3211471"/>
        <a:ext cx="880950" cy="880950"/>
      </dsp:txXfrm>
    </dsp:sp>
    <dsp:sp modelId="{164C8A7F-6008-40F6-B37D-12B246681A09}">
      <dsp:nvSpPr>
        <dsp:cNvPr id="0" name=""/>
        <dsp:cNvSpPr/>
      </dsp:nvSpPr>
      <dsp:spPr>
        <a:xfrm>
          <a:off x="3797390" y="3029020"/>
          <a:ext cx="1868779" cy="12458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114300" lvl="1" indent="-114300" algn="l" defTabSz="533400">
            <a:lnSpc>
              <a:spcPct val="90000"/>
            </a:lnSpc>
            <a:spcBef>
              <a:spcPct val="0"/>
            </a:spcBef>
            <a:spcAft>
              <a:spcPct val="15000"/>
            </a:spcAft>
            <a:buChar char="•"/>
          </a:pPr>
          <a:r>
            <a:rPr lang="en-US" sz="1200" kern="1200">
              <a:latin typeface="EC Square Sans Pro" panose="020B0506040000020004" pitchFamily="34" charset="0"/>
            </a:rPr>
            <a:t>Includes the first two digital twins on (1) Weather-induced Extremes and (2) Climate Change Adaptation. The Digital Twin Engine is backed by extreme scale computing, data handling and data fusion software infrastructure.</a:t>
          </a:r>
        </a:p>
      </dsp:txBody>
      <dsp:txXfrm>
        <a:off x="3797390" y="3029020"/>
        <a:ext cx="1868779" cy="1245852"/>
      </dsp:txXfrm>
    </dsp:sp>
  </dsp:spTree>
</dsp:drawing>
</file>

<file path=ppt/diagrams/layout1.xml><?xml version="1.0" encoding="utf-8"?>
<dgm:layoutDef xmlns:dgm="http://schemas.openxmlformats.org/drawingml/2006/diagram" xmlns:a="http://schemas.openxmlformats.org/drawingml/2006/main" uniqueId="urn:microsoft.com/office/officeart/2005/8/layout/radial2">
  <dgm:title val=""/>
  <dgm:desc val=""/>
  <dgm:catLst>
    <dgm:cat type="relationship" pri="20000"/>
    <dgm:cat type="convert" pri="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animLvl val="ctr"/>
      <dgm:resizeHandles val="exact"/>
    </dgm:varLst>
    <dgm:alg type="composite"/>
    <dgm:shape xmlns:r="http://schemas.openxmlformats.org/officeDocument/2006/relationships" r:blip="">
      <dgm:adjLst/>
    </dgm:shape>
    <dgm:presOf/>
    <dgm:constrLst>
      <dgm:constr type="w" for="ch" forName="cycle" refType="w"/>
      <dgm:constr type="h" for="ch" forName="cycle" refType="h"/>
    </dgm:constrLst>
    <dgm:ruleLst/>
    <dgm:layoutNode name="cycle">
      <dgm:choose name="Name0">
        <dgm:if name="Name1" func="var" arg="dir" op="equ" val="norm">
          <dgm:choose name="Name2">
            <dgm:if name="Name3" axis="ch" ptType="node" func="cnt" op="lte" val="1">
              <dgm:alg type="cycle">
                <dgm:param type="stAng" val="90"/>
                <dgm:param type="spanAng" val="360"/>
                <dgm:param type="ctrShpMap" val="fNode"/>
              </dgm:alg>
            </dgm:if>
            <dgm:if name="Name4" axis="ch" ptType="node" func="cnt" op="equ" val="2">
              <dgm:alg type="cycle">
                <dgm:param type="stAng" val="70"/>
                <dgm:param type="spanAng" val="40"/>
                <dgm:param type="ctrShpMap" val="fNode"/>
              </dgm:alg>
            </dgm:if>
            <dgm:if name="Name5" axis="ch" ptType="node" func="cnt" op="equ" val="3">
              <dgm:alg type="cycle">
                <dgm:param type="stAng" val="60"/>
                <dgm:param type="spanAng" val="60"/>
                <dgm:param type="ctrShpMap" val="fNode"/>
              </dgm:alg>
            </dgm:if>
            <dgm:else name="Name6">
              <dgm:alg type="cycle">
                <dgm:param type="stAng" val="45"/>
                <dgm:param type="spanAng" val="90"/>
                <dgm:param type="ctrShpMap" val="fNode"/>
              </dgm:alg>
            </dgm:else>
          </dgm:choose>
        </dgm:if>
        <dgm:else name="Name7">
          <dgm:choose name="Name8">
            <dgm:if name="Name9" axis="ch" ptType="node" func="cnt" op="lte" val="1">
              <dgm:alg type="cycle">
                <dgm:param type="stAng" val="-90"/>
                <dgm:param type="spanAng" val="-360"/>
                <dgm:param type="ctrShpMap" val="fNode"/>
              </dgm:alg>
            </dgm:if>
            <dgm:if name="Name10" axis="ch" ptType="node" func="cnt" op="equ" val="2">
              <dgm:alg type="cycle">
                <dgm:param type="stAng" val="-70"/>
                <dgm:param type="spanAng" val="-40"/>
                <dgm:param type="ctrShpMap" val="fNode"/>
              </dgm:alg>
            </dgm:if>
            <dgm:if name="Name11" axis="ch" ptType="node" func="cnt" op="equ" val="3">
              <dgm:alg type="cycle">
                <dgm:param type="stAng" val="-60"/>
                <dgm:param type="spanAng" val="-60"/>
                <dgm:param type="ctrShpMap" val="fNode"/>
              </dgm:alg>
            </dgm:if>
            <dgm:else name="Name12">
              <dgm:alg type="cycle">
                <dgm:param type="stAng" val="-45"/>
                <dgm:param type="spanAng" val="-90"/>
                <dgm:param type="ctrShpMap" val="fNode"/>
              </dgm:alg>
            </dgm:else>
          </dgm:choose>
        </dgm:else>
      </dgm:choose>
      <dgm:shape xmlns:r="http://schemas.openxmlformats.org/officeDocument/2006/relationships" r:blip="">
        <dgm:adjLst/>
      </dgm:shape>
      <dgm:presOf/>
      <dgm:constrLst>
        <dgm:constr type="sp" val="20"/>
        <dgm:constr type="w" for="ch" forName="centerShape" refType="w"/>
        <dgm:constr type="w" for="ch" forName="node" refType="w" refFor="ch" refForName="centerShape" fact="1.5"/>
        <dgm:constr type="sibSp" refType="w" refFor="ch" refForName="centerShape" op="equ" fact="0.08"/>
        <dgm:constr type="primFontSz" for="des" forName="parentNode" op="equ" val="65"/>
        <dgm:constr type="secFontSz" for="des" forName="childNode" op="equ" val="65"/>
      </dgm:constrLst>
      <dgm:ruleLst/>
      <dgm:choose name="Name13">
        <dgm:if name="Name14" axis="ch" ptType="node" hideLastTrans="0" func="cnt" op="gte" val="1">
          <dgm:layoutNode name="centerShape" styleLbl="node0">
            <dgm:alg type="composite"/>
            <dgm:shape xmlns:r="http://schemas.openxmlformats.org/officeDocument/2006/relationships" r:blip="">
              <dgm:adjLst/>
            </dgm:shape>
            <dgm:presOf axis="ch" ptType="node" cnt="1"/>
            <dgm:constrLst>
              <dgm:constr type="w" for="ch" forName="connSite" refType="w" fact="0.7"/>
              <dgm:constr type="h" for="ch" forName="connSite" refType="w" fact="0.7"/>
              <dgm:constr type="ctrX" for="ch" forName="connSite" refType="w" fact="0.5"/>
              <dgm:constr type="ctrY" for="ch" forName="connSite" refType="h" fact="0.5"/>
              <dgm:constr type="w" for="ch" forName="visible" refType="w"/>
              <dgm:constr type="h" for="ch" forName="visible" refType="w"/>
              <dgm:constr type="ctrX" for="ch" forName="visible" refType="w" fact="0.5"/>
              <dgm:constr type="ctrY" for="ch" forName="visible" refType="h" fact="0.5"/>
            </dgm:constrLst>
            <dgm:ruleLst/>
            <dgm:layoutNode name="connSite">
              <dgm:alg type="sp"/>
              <dgm:shape xmlns:r="http://schemas.openxmlformats.org/officeDocument/2006/relationships" type="ellipse" r:blip="" hideGeom="1">
                <dgm:adjLst/>
              </dgm:shape>
              <dgm:presOf/>
              <dgm:constrLst/>
              <dgm:ruleLst/>
            </dgm:layoutNode>
            <dgm:layoutNode name="visible">
              <dgm:alg type="sp"/>
              <dgm:shape xmlns:r="http://schemas.openxmlformats.org/officeDocument/2006/relationships" type="ellipse" r:blip="" blipPhldr="1">
                <dgm:adjLst/>
              </dgm:shape>
              <dgm:presOf/>
              <dgm:constrLst/>
              <dgm:ruleLst/>
            </dgm:layoutNode>
          </dgm:layoutNode>
        </dgm:if>
        <dgm:else name="Name15"/>
      </dgm:choose>
      <dgm:forEach name="Name16" axis="ch">
        <dgm:forEach name="Name17" axis="self" ptType="node">
          <dgm:layoutNode name="node">
            <dgm:alg type="composite"/>
            <dgm:shape xmlns:r="http://schemas.openxmlformats.org/officeDocument/2006/relationships" r:blip="">
              <dgm:adjLst/>
            </dgm:shape>
            <dgm:presOf/>
            <dgm:choose name="Name18">
              <dgm:if name="Name19" func="var" arg="dir" op="equ" val="norm">
                <dgm:constrLst>
                  <dgm:constr type="t" for="ch" forName="parentNode"/>
                  <dgm:constr type="l" for="ch" forName="parentNode"/>
                  <dgm:constr type="w" for="ch" forName="parentNode" refType="w" fact="0.4"/>
                  <dgm:constr type="h" for="ch" forName="parentNode" refType="w" refFor="ch" refForName="parentNode" op="equ"/>
                  <dgm:constr type="ctrY" for="ch" forName="childNode" refType="h" refFor="ch" refForName="parentNode" fact="0.5"/>
                  <dgm:constr type="l" for="ch" forName="childNode" refType="w" refFor="ch" refForName="parentNode" op="equ" fact="1.1"/>
                  <dgm:constr type="w" for="ch" forName="childNode" refType="w" fact="0.6"/>
                  <dgm:constr type="h" for="ch" forName="childNode" refType="h" refFor="ch" refForName="parentNode"/>
                </dgm:constrLst>
              </dgm:if>
              <dgm:else name="Name20">
                <dgm:constrLst>
                  <dgm:constr type="t" for="ch" forName="parentNode"/>
                  <dgm:constr type="r" for="ch" forName="parentNode" refType="w"/>
                  <dgm:constr type="w" for="ch" forName="parentNode" refType="w" fact="0.4"/>
                  <dgm:constr type="h" for="ch" forName="parentNode" refType="w" refFor="ch" refForName="parentNode" op="equ"/>
                  <dgm:constr type="ctrY" for="ch" forName="childNode" refType="h" refFor="ch" refForName="parentNode" fact="0.5"/>
                  <dgm:constr type="l" for="ch" forName="childNode"/>
                  <dgm:constr type="w" for="ch" forName="childNode" refType="w" fact="0.6"/>
                  <dgm:constr type="h" for="ch" forName="childNode" refType="h" refFor="ch" refForName="parentNode"/>
                </dgm:constrLst>
              </dgm:else>
            </dgm:choose>
            <dgm:ruleLst/>
            <dgm:layoutNode name="parentNode" styleLbl="node1">
              <dgm:varLst>
                <dgm:chMax val="1"/>
                <dgm:bulletEnabled val="1"/>
              </dgm:varLst>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childNode" styleLbl="revTx" moveWith="parentNode">
              <dgm:varLst>
                <dgm:bulletEnabled val="1"/>
              </dgm:varLst>
              <dgm:alg type="tx">
                <dgm:param type="txAnchorVertCh" val="mid"/>
                <dgm:param type="stBulletLvl" val="1"/>
              </dgm:alg>
              <dgm:choose name="Name21">
                <dgm:if name="Name22" axis="ch" ptType="node" func="cnt" op="gte" val="1">
                  <dgm:shape xmlns:r="http://schemas.openxmlformats.org/officeDocument/2006/relationships" type="rect" r:blip="">
                    <dgm:adjLst/>
                  </dgm:shape>
                </dgm:if>
                <dgm:else name="Name23">
                  <dgm:shape xmlns:r="http://schemas.openxmlformats.org/officeDocument/2006/relationships" type="rect" r:blip="" hideGeom="1">
                    <dgm:adjLst/>
                  </dgm:shape>
                </dgm:else>
              </dgm:choose>
              <dgm:presOf axis="des" ptType="node"/>
              <dgm:constrLst>
                <dgm:constr type="tMarg"/>
                <dgm:constr type="bMarg"/>
                <dgm:constr type="lMarg"/>
                <dgm:constr type="rMarg"/>
              </dgm:constrLst>
              <dgm:ruleLst>
                <dgm:rule type="secFontSz" val="5" fact="NaN" max="NaN"/>
              </dgm:ruleLst>
            </dgm:layoutNode>
          </dgm:layoutNode>
        </dgm:forEach>
        <dgm:forEach name="Name24" axis="self" ptType="parTrans" cnt="1">
          <dgm:layoutNode name="Name25">
            <dgm:alg type="conn">
              <dgm:param type="dim" val="1D"/>
              <dgm:param type="endSty" val="noArr"/>
              <dgm:param type="begPts" val="auto"/>
              <dgm:param type="endPts" val="auto"/>
              <dgm:param type="srcNode" val="connSite"/>
              <dgm:param type="dstNode" val="parentNode"/>
            </dgm:alg>
            <dgm:shape xmlns:r="http://schemas.openxmlformats.org/officeDocument/2006/relationships" type="conn" r:blip="" zOrderOff="-99">
              <dgm:adjLst/>
            </dgm:shape>
            <dgm:presOf axis="self"/>
            <dgm:constrLst>
              <dgm:constr type="connDist"/>
              <dgm:constr type="w" val="1"/>
              <dgm:constr type="h" val="5"/>
              <dgm:constr type="begPad"/>
              <dgm:constr type="endPad"/>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678F18F-598D-4D0E-2CEC-7976353D03A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Date Placeholder 2">
            <a:extLst>
              <a:ext uri="{FF2B5EF4-FFF2-40B4-BE49-F238E27FC236}">
                <a16:creationId xmlns:a16="http://schemas.microsoft.com/office/drawing/2014/main" id="{A4D85A78-4736-8AD9-1B38-A154426F950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5159974-DE82-400A-9157-67BDB027C746}" type="datetimeFigureOut">
              <a:rPr lang="it-IT" smtClean="0"/>
              <a:t>03/04/2024</a:t>
            </a:fld>
            <a:endParaRPr lang="it-IT"/>
          </a:p>
        </p:txBody>
      </p:sp>
      <p:sp>
        <p:nvSpPr>
          <p:cNvPr id="4" name="Footer Placeholder 3">
            <a:extLst>
              <a:ext uri="{FF2B5EF4-FFF2-40B4-BE49-F238E27FC236}">
                <a16:creationId xmlns:a16="http://schemas.microsoft.com/office/drawing/2014/main" id="{5EDF8B88-6206-A622-E214-D144D7190C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5" name="Slide Number Placeholder 4">
            <a:extLst>
              <a:ext uri="{FF2B5EF4-FFF2-40B4-BE49-F238E27FC236}">
                <a16:creationId xmlns:a16="http://schemas.microsoft.com/office/drawing/2014/main" id="{DDA43DA2-C8C3-97DB-B692-B7E9B40C352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A1B34FF-E1D3-4645-9505-BB4289C28429}" type="slidenum">
              <a:rPr lang="it-IT" smtClean="0"/>
              <a:t>‹#›</a:t>
            </a:fld>
            <a:endParaRPr lang="it-IT"/>
          </a:p>
        </p:txBody>
      </p:sp>
    </p:spTree>
    <p:extLst>
      <p:ext uri="{BB962C8B-B14F-4D97-AF65-F5344CB8AC3E}">
        <p14:creationId xmlns:p14="http://schemas.microsoft.com/office/powerpoint/2010/main" val="3012800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D8BA5C-F142-084E-B366-105DF95A8417}" type="datetimeFigureOut">
              <a:rPr lang="it-IT" smtClean="0"/>
              <a:t>03/04/2024</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E463CD-308D-7640-AAAD-3BFC74617DDF}" type="slidenum">
              <a:rPr lang="it-IT" smtClean="0"/>
              <a:t>‹#›</a:t>
            </a:fld>
            <a:endParaRPr lang="it-IT"/>
          </a:p>
        </p:txBody>
      </p:sp>
    </p:spTree>
    <p:extLst>
      <p:ext uri="{BB962C8B-B14F-4D97-AF65-F5344CB8AC3E}">
        <p14:creationId xmlns:p14="http://schemas.microsoft.com/office/powerpoint/2010/main" val="19241773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433E9-030D-F4DE-2915-0CF35D55A261}"/>
              </a:ext>
            </a:extLst>
          </p:cNvPr>
          <p:cNvSpPr>
            <a:spLocks noGrp="1"/>
          </p:cNvSpPr>
          <p:nvPr>
            <p:ph type="title" hasCustomPrompt="1"/>
          </p:nvPr>
        </p:nvSpPr>
        <p:spPr>
          <a:xfrm>
            <a:off x="422482" y="1796623"/>
            <a:ext cx="6664698" cy="1388010"/>
          </a:xfrm>
        </p:spPr>
        <p:txBody>
          <a:bodyPr/>
          <a:lstStyle>
            <a:lvl1pPr algn="l">
              <a:defRPr/>
            </a:lvl1pPr>
          </a:lstStyle>
          <a:p>
            <a:r>
              <a:rPr lang="en-GB"/>
              <a:t>Click to edit the title</a:t>
            </a:r>
            <a:endParaRPr lang="it-IT"/>
          </a:p>
        </p:txBody>
      </p:sp>
      <p:sp>
        <p:nvSpPr>
          <p:cNvPr id="3" name="Footer Placeholder 2">
            <a:extLst>
              <a:ext uri="{FF2B5EF4-FFF2-40B4-BE49-F238E27FC236}">
                <a16:creationId xmlns:a16="http://schemas.microsoft.com/office/drawing/2014/main" id="{16A6FD20-0C6F-4359-D4C9-E5138CC483D3}"/>
              </a:ext>
            </a:extLst>
          </p:cNvPr>
          <p:cNvSpPr>
            <a:spLocks noGrp="1"/>
          </p:cNvSpPr>
          <p:nvPr>
            <p:ph type="ftr" sz="quarter" idx="10"/>
          </p:nvPr>
        </p:nvSpPr>
        <p:spPr/>
        <p:txBody>
          <a:bodyPr/>
          <a:lstStyle/>
          <a:p>
            <a:endParaRPr lang="it-IT"/>
          </a:p>
        </p:txBody>
      </p:sp>
      <p:sp>
        <p:nvSpPr>
          <p:cNvPr id="4" name="Slide Number Placeholder 3">
            <a:extLst>
              <a:ext uri="{FF2B5EF4-FFF2-40B4-BE49-F238E27FC236}">
                <a16:creationId xmlns:a16="http://schemas.microsoft.com/office/drawing/2014/main" id="{3255DD70-C2F8-26F0-BECD-CC9142909E79}"/>
              </a:ext>
            </a:extLst>
          </p:cNvPr>
          <p:cNvSpPr>
            <a:spLocks noGrp="1"/>
          </p:cNvSpPr>
          <p:nvPr>
            <p:ph type="sldNum" sz="quarter" idx="11"/>
          </p:nvPr>
        </p:nvSpPr>
        <p:spPr/>
        <p:txBody>
          <a:bodyPr/>
          <a:lstStyle/>
          <a:p>
            <a:fld id="{2142E07A-D544-5D47-8EE2-FB691007F03E}" type="slidenum">
              <a:rPr lang="it-IT" smtClean="0"/>
              <a:pPr/>
              <a:t>‹#›</a:t>
            </a:fld>
            <a:endParaRPr lang="it-IT"/>
          </a:p>
        </p:txBody>
      </p:sp>
      <p:sp>
        <p:nvSpPr>
          <p:cNvPr id="6" name="Sottotitolo 2">
            <a:extLst>
              <a:ext uri="{FF2B5EF4-FFF2-40B4-BE49-F238E27FC236}">
                <a16:creationId xmlns:a16="http://schemas.microsoft.com/office/drawing/2014/main" id="{80C2F1AA-A047-1BB8-DDCE-14F6BEB7929E}"/>
              </a:ext>
            </a:extLst>
          </p:cNvPr>
          <p:cNvSpPr>
            <a:spLocks noGrp="1"/>
          </p:cNvSpPr>
          <p:nvPr>
            <p:ph type="subTitle" idx="1"/>
          </p:nvPr>
        </p:nvSpPr>
        <p:spPr>
          <a:xfrm>
            <a:off x="422482" y="4186087"/>
            <a:ext cx="5098869" cy="1388010"/>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Tree>
    <p:extLst>
      <p:ext uri="{BB962C8B-B14F-4D97-AF65-F5344CB8AC3E}">
        <p14:creationId xmlns:p14="http://schemas.microsoft.com/office/powerpoint/2010/main" val="22639743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Segnaposto piè di pagina 4">
            <a:extLst>
              <a:ext uri="{FF2B5EF4-FFF2-40B4-BE49-F238E27FC236}">
                <a16:creationId xmlns:a16="http://schemas.microsoft.com/office/drawing/2014/main" id="{65E9E94E-B176-4542-AF8A-8064A5C1F1D9}"/>
              </a:ext>
            </a:extLst>
          </p:cNvPr>
          <p:cNvSpPr>
            <a:spLocks noGrp="1"/>
          </p:cNvSpPr>
          <p:nvPr>
            <p:ph type="ftr" sz="quarter" idx="11"/>
          </p:nvPr>
        </p:nvSpPr>
        <p:spPr>
          <a:xfrm>
            <a:off x="1353311" y="6397039"/>
            <a:ext cx="3852673" cy="331932"/>
          </a:xfrm>
        </p:spPr>
        <p:txBody>
          <a:bodyPr/>
          <a:lstStyle/>
          <a:p>
            <a:endParaRPr lang="it-IT"/>
          </a:p>
        </p:txBody>
      </p:sp>
      <p:sp>
        <p:nvSpPr>
          <p:cNvPr id="6" name="Segnaposto numero diapositiva 5">
            <a:extLst>
              <a:ext uri="{FF2B5EF4-FFF2-40B4-BE49-F238E27FC236}">
                <a16:creationId xmlns:a16="http://schemas.microsoft.com/office/drawing/2014/main" id="{B6ADB636-BD17-0645-A235-D2ABEBE45B1F}"/>
              </a:ext>
            </a:extLst>
          </p:cNvPr>
          <p:cNvSpPr>
            <a:spLocks noGrp="1"/>
          </p:cNvSpPr>
          <p:nvPr>
            <p:ph type="sldNum" sz="quarter" idx="12"/>
          </p:nvPr>
        </p:nvSpPr>
        <p:spPr>
          <a:xfrm>
            <a:off x="255639" y="6382863"/>
            <a:ext cx="951369" cy="365125"/>
          </a:xfrm>
        </p:spPr>
        <p:txBody>
          <a:bodyPr/>
          <a:lstStyle/>
          <a:p>
            <a:fld id="{2142E07A-D544-5D47-8EE2-FB691007F03E}" type="slidenum">
              <a:rPr lang="it-IT" smtClean="0"/>
              <a:t>‹#›</a:t>
            </a:fld>
            <a:endParaRPr lang="it-IT"/>
          </a:p>
        </p:txBody>
      </p:sp>
      <p:sp>
        <p:nvSpPr>
          <p:cNvPr id="4" name="Titolo 1">
            <a:extLst>
              <a:ext uri="{FF2B5EF4-FFF2-40B4-BE49-F238E27FC236}">
                <a16:creationId xmlns:a16="http://schemas.microsoft.com/office/drawing/2014/main" id="{3358C8CA-C249-C944-1BDC-3055154B4FAE}"/>
              </a:ext>
            </a:extLst>
          </p:cNvPr>
          <p:cNvSpPr>
            <a:spLocks noGrp="1"/>
          </p:cNvSpPr>
          <p:nvPr>
            <p:ph type="title"/>
          </p:nvPr>
        </p:nvSpPr>
        <p:spPr>
          <a:xfrm>
            <a:off x="3572256" y="1"/>
            <a:ext cx="8383770" cy="792479"/>
          </a:xfrm>
        </p:spPr>
        <p:txBody>
          <a:bodyPr>
            <a:noAutofit/>
          </a:bodyPr>
          <a:lstStyle>
            <a:lvl1pPr algn="r">
              <a:defRPr sz="2800"/>
            </a:lvl1pPr>
          </a:lstStyle>
          <a:p>
            <a:r>
              <a:rPr lang="it-IT"/>
              <a:t>Fare clic per modificare lo stile del titolo dello schema</a:t>
            </a:r>
          </a:p>
        </p:txBody>
      </p:sp>
      <p:sp>
        <p:nvSpPr>
          <p:cNvPr id="7" name="Sottotitolo 2">
            <a:extLst>
              <a:ext uri="{FF2B5EF4-FFF2-40B4-BE49-F238E27FC236}">
                <a16:creationId xmlns:a16="http://schemas.microsoft.com/office/drawing/2014/main" id="{0EFEE2C8-A08C-B61E-AFAC-38C1BC0A3F7D}"/>
              </a:ext>
            </a:extLst>
          </p:cNvPr>
          <p:cNvSpPr>
            <a:spLocks noGrp="1"/>
          </p:cNvSpPr>
          <p:nvPr>
            <p:ph type="subTitle" idx="1" hasCustomPrompt="1"/>
          </p:nvPr>
        </p:nvSpPr>
        <p:spPr>
          <a:xfrm>
            <a:off x="842895" y="1019503"/>
            <a:ext cx="5098869" cy="4554594"/>
          </a:xfrm>
        </p:spPr>
        <p:txBody>
          <a:bodyPr/>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Click to </a:t>
            </a:r>
            <a:r>
              <a:rPr lang="it-IT" err="1"/>
              <a:t>add</a:t>
            </a:r>
            <a:r>
              <a:rPr lang="it-IT"/>
              <a:t> text</a:t>
            </a:r>
          </a:p>
        </p:txBody>
      </p:sp>
      <p:sp>
        <p:nvSpPr>
          <p:cNvPr id="20" name="Text Placeholder 19">
            <a:extLst>
              <a:ext uri="{FF2B5EF4-FFF2-40B4-BE49-F238E27FC236}">
                <a16:creationId xmlns:a16="http://schemas.microsoft.com/office/drawing/2014/main" id="{6D9B5A4F-DCBE-3F78-D5D0-A60F20A5293C}"/>
              </a:ext>
            </a:extLst>
          </p:cNvPr>
          <p:cNvSpPr>
            <a:spLocks noGrp="1"/>
          </p:cNvSpPr>
          <p:nvPr>
            <p:ph type="body" sz="quarter" idx="13" hasCustomPrompt="1"/>
          </p:nvPr>
        </p:nvSpPr>
        <p:spPr>
          <a:xfrm>
            <a:off x="6075088" y="1019175"/>
            <a:ext cx="5099050" cy="4554538"/>
          </a:xfrm>
        </p:spPr>
        <p:txBody>
          <a:bodyPr>
            <a:normAutofit/>
          </a:bodyPr>
          <a:lstStyle>
            <a:lvl1pPr marL="0" indent="0">
              <a:buNone/>
              <a:defRPr sz="2400">
                <a:solidFill>
                  <a:schemeClr val="tx1"/>
                </a:solidFill>
              </a:defRPr>
            </a:lvl1pPr>
          </a:lstStyle>
          <a:p>
            <a:r>
              <a:rPr lang="it-IT"/>
              <a:t>Click to </a:t>
            </a:r>
            <a:r>
              <a:rPr lang="it-IT" err="1"/>
              <a:t>add</a:t>
            </a:r>
            <a:r>
              <a:rPr lang="it-IT"/>
              <a:t> text</a:t>
            </a:r>
          </a:p>
        </p:txBody>
      </p:sp>
    </p:spTree>
    <p:extLst>
      <p:ext uri="{BB962C8B-B14F-4D97-AF65-F5344CB8AC3E}">
        <p14:creationId xmlns:p14="http://schemas.microsoft.com/office/powerpoint/2010/main" val="4044944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80BFBD60-43E3-1848-A702-B51F8127F95F}"/>
              </a:ext>
            </a:extLst>
          </p:cNvPr>
          <p:cNvSpPr>
            <a:spLocks noGrp="1"/>
          </p:cNvSpPr>
          <p:nvPr>
            <p:ph idx="1"/>
          </p:nvPr>
        </p:nvSpPr>
        <p:spPr>
          <a:xfrm>
            <a:off x="255639" y="938784"/>
            <a:ext cx="11700387" cy="5238179"/>
          </a:xfrm>
          <a:noFill/>
        </p:spPr>
        <p:txBody>
          <a:bodyPr/>
          <a:lstStyle>
            <a:lvl1pPr marL="228600" indent="-228600">
              <a:buFontTx/>
              <a:buBlip>
                <a:blip r:embed="rId3"/>
              </a:buBlip>
              <a:defRPr>
                <a:solidFill>
                  <a:schemeClr val="tx1"/>
                </a:solidFill>
              </a:defRPr>
            </a:lvl1pPr>
            <a:lvl2pPr marL="685800" indent="-228600">
              <a:buFontTx/>
              <a:buBlip>
                <a:blip r:embed="rId3"/>
              </a:buBlip>
              <a:defRPr>
                <a:solidFill>
                  <a:schemeClr val="tx1"/>
                </a:solidFill>
              </a:defRPr>
            </a:lvl2pPr>
            <a:lvl3pPr marL="1143000" indent="-228600">
              <a:buFontTx/>
              <a:buBlip>
                <a:blip r:embed="rId3"/>
              </a:buBlip>
              <a:defRPr>
                <a:solidFill>
                  <a:schemeClr val="tx1"/>
                </a:solidFill>
              </a:defRPr>
            </a:lvl3pPr>
            <a:lvl4pPr marL="1600200" indent="-228600">
              <a:buFontTx/>
              <a:buBlip>
                <a:blip r:embed="rId3"/>
              </a:buBlip>
              <a:defRPr>
                <a:solidFill>
                  <a:schemeClr val="tx1"/>
                </a:solidFill>
              </a:defRPr>
            </a:lvl4pPr>
            <a:lvl5pPr marL="2057400" indent="-228600">
              <a:buFontTx/>
              <a:buBlip>
                <a:blip r:embed="rId3"/>
              </a:buBlip>
              <a:defRPr>
                <a:solidFill>
                  <a:schemeClr val="tx1"/>
                </a:solidFill>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piè di pagina 4">
            <a:extLst>
              <a:ext uri="{FF2B5EF4-FFF2-40B4-BE49-F238E27FC236}">
                <a16:creationId xmlns:a16="http://schemas.microsoft.com/office/drawing/2014/main" id="{65E9E94E-B176-4542-AF8A-8064A5C1F1D9}"/>
              </a:ext>
            </a:extLst>
          </p:cNvPr>
          <p:cNvSpPr>
            <a:spLocks noGrp="1"/>
          </p:cNvSpPr>
          <p:nvPr>
            <p:ph type="ftr" sz="quarter" idx="11"/>
          </p:nvPr>
        </p:nvSpPr>
        <p:spPr>
          <a:xfrm>
            <a:off x="1353311" y="6397039"/>
            <a:ext cx="3852673" cy="331932"/>
          </a:xfrm>
        </p:spPr>
        <p:txBody>
          <a:bodyPr/>
          <a:lstStyle/>
          <a:p>
            <a:endParaRPr lang="it-IT"/>
          </a:p>
        </p:txBody>
      </p:sp>
      <p:sp>
        <p:nvSpPr>
          <p:cNvPr id="6" name="Segnaposto numero diapositiva 5">
            <a:extLst>
              <a:ext uri="{FF2B5EF4-FFF2-40B4-BE49-F238E27FC236}">
                <a16:creationId xmlns:a16="http://schemas.microsoft.com/office/drawing/2014/main" id="{B6ADB636-BD17-0645-A235-D2ABEBE45B1F}"/>
              </a:ext>
            </a:extLst>
          </p:cNvPr>
          <p:cNvSpPr>
            <a:spLocks noGrp="1"/>
          </p:cNvSpPr>
          <p:nvPr>
            <p:ph type="sldNum" sz="quarter" idx="12"/>
          </p:nvPr>
        </p:nvSpPr>
        <p:spPr>
          <a:xfrm>
            <a:off x="255639" y="6382863"/>
            <a:ext cx="951369" cy="365125"/>
          </a:xfrm>
        </p:spPr>
        <p:txBody>
          <a:bodyPr/>
          <a:lstStyle/>
          <a:p>
            <a:fld id="{2142E07A-D544-5D47-8EE2-FB691007F03E}" type="slidenum">
              <a:rPr lang="it-IT" smtClean="0"/>
              <a:t>‹#›</a:t>
            </a:fld>
            <a:endParaRPr lang="it-IT"/>
          </a:p>
        </p:txBody>
      </p:sp>
      <p:sp>
        <p:nvSpPr>
          <p:cNvPr id="4" name="Titolo 1">
            <a:extLst>
              <a:ext uri="{FF2B5EF4-FFF2-40B4-BE49-F238E27FC236}">
                <a16:creationId xmlns:a16="http://schemas.microsoft.com/office/drawing/2014/main" id="{3358C8CA-C249-C944-1BDC-3055154B4FAE}"/>
              </a:ext>
            </a:extLst>
          </p:cNvPr>
          <p:cNvSpPr>
            <a:spLocks noGrp="1"/>
          </p:cNvSpPr>
          <p:nvPr>
            <p:ph type="title"/>
          </p:nvPr>
        </p:nvSpPr>
        <p:spPr>
          <a:xfrm>
            <a:off x="3572256" y="1"/>
            <a:ext cx="8383770" cy="792479"/>
          </a:xfrm>
        </p:spPr>
        <p:txBody>
          <a:bodyPr>
            <a:noAutofit/>
          </a:bodyPr>
          <a:lstStyle>
            <a:lvl1pPr algn="r">
              <a:defRPr sz="2800"/>
            </a:lvl1pPr>
          </a:lstStyle>
          <a:p>
            <a:r>
              <a:rPr lang="it-IT"/>
              <a:t>Fare clic per modificare lo stile del titolo dello schema</a:t>
            </a:r>
          </a:p>
        </p:txBody>
      </p:sp>
    </p:spTree>
    <p:extLst>
      <p:ext uri="{BB962C8B-B14F-4D97-AF65-F5344CB8AC3E}">
        <p14:creationId xmlns:p14="http://schemas.microsoft.com/office/powerpoint/2010/main" val="890406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Segnaposto piè di pagina 4">
            <a:extLst>
              <a:ext uri="{FF2B5EF4-FFF2-40B4-BE49-F238E27FC236}">
                <a16:creationId xmlns:a16="http://schemas.microsoft.com/office/drawing/2014/main" id="{65E9E94E-B176-4542-AF8A-8064A5C1F1D9}"/>
              </a:ext>
            </a:extLst>
          </p:cNvPr>
          <p:cNvSpPr>
            <a:spLocks noGrp="1"/>
          </p:cNvSpPr>
          <p:nvPr>
            <p:ph type="ftr" sz="quarter" idx="11"/>
          </p:nvPr>
        </p:nvSpPr>
        <p:spPr>
          <a:xfrm>
            <a:off x="1353311" y="6397039"/>
            <a:ext cx="3852673" cy="331932"/>
          </a:xfrm>
        </p:spPr>
        <p:txBody>
          <a:bodyPr/>
          <a:lstStyle/>
          <a:p>
            <a:endParaRPr lang="it-IT"/>
          </a:p>
        </p:txBody>
      </p:sp>
      <p:sp>
        <p:nvSpPr>
          <p:cNvPr id="6" name="Segnaposto numero diapositiva 5">
            <a:extLst>
              <a:ext uri="{FF2B5EF4-FFF2-40B4-BE49-F238E27FC236}">
                <a16:creationId xmlns:a16="http://schemas.microsoft.com/office/drawing/2014/main" id="{B6ADB636-BD17-0645-A235-D2ABEBE45B1F}"/>
              </a:ext>
            </a:extLst>
          </p:cNvPr>
          <p:cNvSpPr>
            <a:spLocks noGrp="1"/>
          </p:cNvSpPr>
          <p:nvPr>
            <p:ph type="sldNum" sz="quarter" idx="12"/>
          </p:nvPr>
        </p:nvSpPr>
        <p:spPr>
          <a:xfrm>
            <a:off x="255639" y="6382863"/>
            <a:ext cx="951369" cy="365125"/>
          </a:xfrm>
        </p:spPr>
        <p:txBody>
          <a:bodyPr/>
          <a:lstStyle/>
          <a:p>
            <a:fld id="{2142E07A-D544-5D47-8EE2-FB691007F03E}" type="slidenum">
              <a:rPr lang="it-IT" smtClean="0"/>
              <a:t>‹#›</a:t>
            </a:fld>
            <a:endParaRPr lang="it-IT"/>
          </a:p>
        </p:txBody>
      </p:sp>
      <p:sp>
        <p:nvSpPr>
          <p:cNvPr id="4" name="Titolo 1">
            <a:extLst>
              <a:ext uri="{FF2B5EF4-FFF2-40B4-BE49-F238E27FC236}">
                <a16:creationId xmlns:a16="http://schemas.microsoft.com/office/drawing/2014/main" id="{3358C8CA-C249-C944-1BDC-3055154B4FAE}"/>
              </a:ext>
            </a:extLst>
          </p:cNvPr>
          <p:cNvSpPr>
            <a:spLocks noGrp="1"/>
          </p:cNvSpPr>
          <p:nvPr>
            <p:ph type="title"/>
          </p:nvPr>
        </p:nvSpPr>
        <p:spPr>
          <a:xfrm>
            <a:off x="3572256" y="1"/>
            <a:ext cx="8383770" cy="792479"/>
          </a:xfrm>
        </p:spPr>
        <p:txBody>
          <a:bodyPr>
            <a:noAutofit/>
          </a:bodyPr>
          <a:lstStyle>
            <a:lvl1pPr algn="r">
              <a:defRPr sz="2800"/>
            </a:lvl1pPr>
          </a:lstStyle>
          <a:p>
            <a:r>
              <a:rPr lang="it-IT"/>
              <a:t>Fare clic per modificare lo stile del titolo dello schema</a:t>
            </a:r>
          </a:p>
        </p:txBody>
      </p:sp>
      <p:sp>
        <p:nvSpPr>
          <p:cNvPr id="2" name="Segnaposto testo 2">
            <a:extLst>
              <a:ext uri="{FF2B5EF4-FFF2-40B4-BE49-F238E27FC236}">
                <a16:creationId xmlns:a16="http://schemas.microsoft.com/office/drawing/2014/main" id="{FD11F03D-F844-37EA-1F3C-3B5E687741EE}"/>
              </a:ext>
            </a:extLst>
          </p:cNvPr>
          <p:cNvSpPr>
            <a:spLocks noGrp="1"/>
          </p:cNvSpPr>
          <p:nvPr>
            <p:ph type="body" idx="1"/>
          </p:nvPr>
        </p:nvSpPr>
        <p:spPr>
          <a:xfrm>
            <a:off x="831850" y="1097281"/>
            <a:ext cx="10515600" cy="4992370"/>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Tree>
    <p:extLst>
      <p:ext uri="{BB962C8B-B14F-4D97-AF65-F5344CB8AC3E}">
        <p14:creationId xmlns:p14="http://schemas.microsoft.com/office/powerpoint/2010/main" val="19370234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HANK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BFB2E27-540D-D74D-81C6-A450EED23D15}"/>
              </a:ext>
            </a:extLst>
          </p:cNvPr>
          <p:cNvSpPr>
            <a:spLocks noGrp="1"/>
          </p:cNvSpPr>
          <p:nvPr>
            <p:ph type="ctrTitle" hasCustomPrompt="1"/>
          </p:nvPr>
        </p:nvSpPr>
        <p:spPr>
          <a:xfrm>
            <a:off x="353641" y="1900690"/>
            <a:ext cx="4930978" cy="1086350"/>
          </a:xfrm>
        </p:spPr>
        <p:txBody>
          <a:bodyPr anchor="b">
            <a:normAutofit/>
          </a:bodyPr>
          <a:lstStyle>
            <a:lvl1pPr algn="ctr">
              <a:defRPr sz="6000">
                <a:solidFill>
                  <a:schemeClr val="bg1"/>
                </a:solidFill>
                <a:latin typeface="EC Square Sans Pro" panose="020B0506040000020004" pitchFamily="34" charset="0"/>
              </a:defRPr>
            </a:lvl1pPr>
          </a:lstStyle>
          <a:p>
            <a:r>
              <a:rPr lang="it-IT"/>
              <a:t>THANKS!</a:t>
            </a:r>
          </a:p>
        </p:txBody>
      </p:sp>
      <p:sp>
        <p:nvSpPr>
          <p:cNvPr id="3" name="Sottotitolo 2">
            <a:extLst>
              <a:ext uri="{FF2B5EF4-FFF2-40B4-BE49-F238E27FC236}">
                <a16:creationId xmlns:a16="http://schemas.microsoft.com/office/drawing/2014/main" id="{625A78EA-1A46-7D4D-AAF7-6608833D3D9B}"/>
              </a:ext>
            </a:extLst>
          </p:cNvPr>
          <p:cNvSpPr>
            <a:spLocks noGrp="1"/>
          </p:cNvSpPr>
          <p:nvPr>
            <p:ph type="subTitle" idx="1"/>
          </p:nvPr>
        </p:nvSpPr>
        <p:spPr>
          <a:xfrm>
            <a:off x="353641" y="4213868"/>
            <a:ext cx="4930978" cy="1416007"/>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Tree>
    <p:extLst>
      <p:ext uri="{BB962C8B-B14F-4D97-AF65-F5344CB8AC3E}">
        <p14:creationId xmlns:p14="http://schemas.microsoft.com/office/powerpoint/2010/main" val="17136630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E143DDB0-DF84-2F44-9A71-F8A90B5B0C11}"/>
              </a:ext>
            </a:extLst>
          </p:cNvPr>
          <p:cNvSpPr>
            <a:spLocks noGrp="1"/>
          </p:cNvSpPr>
          <p:nvPr>
            <p:ph type="title"/>
          </p:nvPr>
        </p:nvSpPr>
        <p:spPr>
          <a:xfrm>
            <a:off x="5291328" y="184751"/>
            <a:ext cx="6664698" cy="1325563"/>
          </a:xfrm>
          <a:prstGeom prst="rect">
            <a:avLst/>
          </a:prstGeom>
        </p:spPr>
        <p:txBody>
          <a:bodyPr vert="horz" lIns="91440" tIns="45720" rIns="91440" bIns="45720" rtlCol="0" anchor="t">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D49E1938-5B4B-8D48-8241-093B3B5E98B4}"/>
              </a:ext>
            </a:extLst>
          </p:cNvPr>
          <p:cNvSpPr>
            <a:spLocks noGrp="1"/>
          </p:cNvSpPr>
          <p:nvPr>
            <p:ph type="body" idx="1"/>
          </p:nvPr>
        </p:nvSpPr>
        <p:spPr>
          <a:xfrm>
            <a:off x="255639" y="1825625"/>
            <a:ext cx="11700387"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piè di pagina 4">
            <a:extLst>
              <a:ext uri="{FF2B5EF4-FFF2-40B4-BE49-F238E27FC236}">
                <a16:creationId xmlns:a16="http://schemas.microsoft.com/office/drawing/2014/main" id="{E69EF36A-BE85-ED4A-9054-F32D5DB1C2E1}"/>
              </a:ext>
            </a:extLst>
          </p:cNvPr>
          <p:cNvSpPr>
            <a:spLocks noGrp="1"/>
          </p:cNvSpPr>
          <p:nvPr>
            <p:ph type="ftr" sz="quarter" idx="3"/>
          </p:nvPr>
        </p:nvSpPr>
        <p:spPr>
          <a:xfrm>
            <a:off x="1353311" y="6323887"/>
            <a:ext cx="3852673" cy="331932"/>
          </a:xfrm>
          <a:prstGeom prst="rect">
            <a:avLst/>
          </a:prstGeom>
        </p:spPr>
        <p:txBody>
          <a:bodyPr vert="horz" lIns="91440" tIns="45720" rIns="91440" bIns="45720" rtlCol="0" anchor="ctr"/>
          <a:lstStyle>
            <a:lvl1pPr algn="ctr">
              <a:defRPr sz="1200">
                <a:solidFill>
                  <a:schemeClr val="bg1"/>
                </a:solidFill>
                <a:latin typeface="EC Square Sans Pro" panose="020B0506040000020004" pitchFamily="34" charset="0"/>
              </a:defRPr>
            </a:lvl1pPr>
          </a:lstStyle>
          <a:p>
            <a:endParaRPr lang="it-IT"/>
          </a:p>
        </p:txBody>
      </p:sp>
      <p:sp>
        <p:nvSpPr>
          <p:cNvPr id="6" name="Segnaposto numero diapositiva 5">
            <a:extLst>
              <a:ext uri="{FF2B5EF4-FFF2-40B4-BE49-F238E27FC236}">
                <a16:creationId xmlns:a16="http://schemas.microsoft.com/office/drawing/2014/main" id="{8ED6AADA-7DCC-BB49-B37F-A20073FD099F}"/>
              </a:ext>
            </a:extLst>
          </p:cNvPr>
          <p:cNvSpPr>
            <a:spLocks noGrp="1"/>
          </p:cNvSpPr>
          <p:nvPr>
            <p:ph type="sldNum" sz="quarter" idx="4"/>
          </p:nvPr>
        </p:nvSpPr>
        <p:spPr>
          <a:xfrm>
            <a:off x="255639" y="6309711"/>
            <a:ext cx="951369" cy="365125"/>
          </a:xfrm>
          <a:prstGeom prst="rect">
            <a:avLst/>
          </a:prstGeom>
        </p:spPr>
        <p:txBody>
          <a:bodyPr vert="horz" lIns="91440" tIns="45720" rIns="91440" bIns="45720" rtlCol="0" anchor="ctr"/>
          <a:lstStyle>
            <a:lvl1pPr algn="l">
              <a:defRPr sz="1200">
                <a:solidFill>
                  <a:schemeClr val="bg1"/>
                </a:solidFill>
                <a:latin typeface="EC Square Sans Pro" panose="020B0506040000020004" pitchFamily="34" charset="0"/>
              </a:defRPr>
            </a:lvl1pPr>
          </a:lstStyle>
          <a:p>
            <a:fld id="{2142E07A-D544-5D47-8EE2-FB691007F03E}" type="slidenum">
              <a:rPr lang="it-IT" smtClean="0"/>
              <a:pPr/>
              <a:t>‹#›</a:t>
            </a:fld>
            <a:endParaRPr lang="it-IT"/>
          </a:p>
        </p:txBody>
      </p:sp>
    </p:spTree>
    <p:extLst>
      <p:ext uri="{BB962C8B-B14F-4D97-AF65-F5344CB8AC3E}">
        <p14:creationId xmlns:p14="http://schemas.microsoft.com/office/powerpoint/2010/main" val="3156822534"/>
      </p:ext>
    </p:extLst>
  </p:cSld>
  <p:clrMap bg1="lt1" tx1="dk1" bg2="lt2" tx2="dk2" accent1="accent1" accent2="accent2" accent3="accent3" accent4="accent4" accent5="accent5" accent6="accent6" hlink="hlink" folHlink="folHlink"/>
  <p:sldLayoutIdLst>
    <p:sldLayoutId id="2147483658" r:id="rId1"/>
    <p:sldLayoutId id="2147483650" r:id="rId2"/>
    <p:sldLayoutId id="2147483659" r:id="rId3"/>
    <p:sldLayoutId id="2147483660" r:id="rId4"/>
    <p:sldLayoutId id="2147483656" r:id="rId5"/>
  </p:sldLayoutIdLst>
  <p:hf hdr="0" dt="0"/>
  <p:txStyles>
    <p:titleStyle>
      <a:lvl1pPr algn="l" defTabSz="914400" rtl="0" eaLnBrk="1" latinLnBrk="0" hangingPunct="1">
        <a:lnSpc>
          <a:spcPct val="90000"/>
        </a:lnSpc>
        <a:spcBef>
          <a:spcPct val="0"/>
        </a:spcBef>
        <a:buNone/>
        <a:defRPr sz="3600" b="1" kern="1200">
          <a:solidFill>
            <a:schemeClr val="bg1"/>
          </a:solidFill>
          <a:latin typeface="EC Square Sans Pro" panose="020B0506040000020004" pitchFamily="34" charset="0"/>
          <a:ea typeface="+mj-ea"/>
          <a:cs typeface="+mj-cs"/>
        </a:defRPr>
      </a:lvl1pPr>
    </p:titleStyle>
    <p:bodyStyle>
      <a:lvl1pPr marL="228600" indent="-228600" algn="l" defTabSz="914400" rtl="0" eaLnBrk="1" latinLnBrk="0" hangingPunct="1">
        <a:lnSpc>
          <a:spcPct val="90000"/>
        </a:lnSpc>
        <a:spcBef>
          <a:spcPts val="1000"/>
        </a:spcBef>
        <a:buFontTx/>
        <a:buBlip>
          <a:blip r:embed="rId8"/>
        </a:buBlip>
        <a:defRPr sz="2800" b="0" i="0" kern="1200">
          <a:solidFill>
            <a:schemeClr val="bg1"/>
          </a:solidFill>
          <a:latin typeface="EC Square Sans Pro" panose="020B05060400000200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Tx/>
        <a:buBlip>
          <a:blip r:embed="rId8"/>
        </a:buBlip>
        <a:defRPr sz="2400" b="0" i="0" kern="1200">
          <a:solidFill>
            <a:schemeClr val="bg1"/>
          </a:solidFill>
          <a:latin typeface="EC Square Sans Pro" panose="020B05060400000200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Tx/>
        <a:buBlip>
          <a:blip r:embed="rId8"/>
        </a:buBlip>
        <a:defRPr sz="2000" b="0" i="0" kern="1200">
          <a:solidFill>
            <a:schemeClr val="bg1"/>
          </a:solidFill>
          <a:latin typeface="EC Square Sans Pro" panose="020B05060400000200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Tx/>
        <a:buBlip>
          <a:blip r:embed="rId8"/>
        </a:buBlip>
        <a:defRPr sz="1800" b="0" i="0" kern="1200">
          <a:solidFill>
            <a:schemeClr val="bg1"/>
          </a:solidFill>
          <a:latin typeface="EC Square Sans Pro" panose="020B05060400000200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Tx/>
        <a:buBlip>
          <a:blip r:embed="rId8"/>
        </a:buBlip>
        <a:defRPr sz="1800" b="0" i="0" kern="1200">
          <a:solidFill>
            <a:schemeClr val="bg1"/>
          </a:solidFill>
          <a:latin typeface="EC Square Sans Pro" panose="020B05060400000200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1.xml"/><Relationship Id="rId7" Type="http://schemas.microsoft.com/office/2007/relationships/diagramDrawing" Target="../diagrams/drawing1.xml"/><Relationship Id="rId2" Type="http://schemas.microsoft.com/office/2018/10/relationships/comments" Target="../comments/modernComment_110_9BD64016.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10" Type="http://schemas.openxmlformats.org/officeDocument/2006/relationships/image" Target="../media/image5.svg"/><Relationship Id="rId4" Type="http://schemas.openxmlformats.org/officeDocument/2006/relationships/diagramLayout" Target="../diagrams/layout1.xml"/><Relationship Id="rId9"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8/10/relationships/comments" Target="../comments/modernComment_114_1C42F139.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8/10/relationships/comments" Target="../comments/modernComment_115_12AD942D.xml"/><Relationship Id="rId1" Type="http://schemas.openxmlformats.org/officeDocument/2006/relationships/slideLayout" Target="../slideLayouts/slideLayout3.xml"/><Relationship Id="rId5" Type="http://schemas.microsoft.com/office/2007/relationships/hdphoto" Target="../media/hdphoto1.wdp"/><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8/10/relationships/comments" Target="../comments/modernComment_116_24D2382F.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12.png"/><Relationship Id="rId2" Type="http://schemas.microsoft.com/office/2018/10/relationships/comments" Target="../comments/modernComment_118_37A542CB.xml"/><Relationship Id="rId1" Type="http://schemas.openxmlformats.org/officeDocument/2006/relationships/slideLayout" Target="../slideLayouts/slideLayout3.xml"/><Relationship Id="rId6" Type="http://schemas.openxmlformats.org/officeDocument/2006/relationships/image" Target="../media/image11.png"/><Relationship Id="rId5" Type="http://schemas.microsoft.com/office/2007/relationships/hdphoto" Target="../media/hdphoto2.wdp"/><Relationship Id="rId4" Type="http://schemas.openxmlformats.org/officeDocument/2006/relationships/image" Target="../media/image10.png"/><Relationship Id="rId9"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www.destination-earth.eu/" TargetMode="Externa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24EF6-C37F-0876-70BE-58BFAFDE62FC}"/>
              </a:ext>
            </a:extLst>
          </p:cNvPr>
          <p:cNvSpPr>
            <a:spLocks noGrp="1"/>
          </p:cNvSpPr>
          <p:nvPr>
            <p:ph type="title"/>
          </p:nvPr>
        </p:nvSpPr>
        <p:spPr>
          <a:xfrm>
            <a:off x="422482" y="2494539"/>
            <a:ext cx="6664698" cy="813409"/>
          </a:xfrm>
        </p:spPr>
        <p:txBody>
          <a:bodyPr>
            <a:normAutofit fontScale="90000"/>
          </a:bodyPr>
          <a:lstStyle/>
          <a:p>
            <a:r>
              <a:rPr lang="en-US" sz="5400">
                <a:solidFill>
                  <a:srgbClr val="FFFFFF"/>
                </a:solidFill>
              </a:rPr>
              <a:t>Destination Earth</a:t>
            </a:r>
            <a:endParaRPr lang="it-IT" sz="5400"/>
          </a:p>
        </p:txBody>
      </p:sp>
      <p:sp>
        <p:nvSpPr>
          <p:cNvPr id="3" name="Subtitle 2">
            <a:extLst>
              <a:ext uri="{FF2B5EF4-FFF2-40B4-BE49-F238E27FC236}">
                <a16:creationId xmlns:a16="http://schemas.microsoft.com/office/drawing/2014/main" id="{82AF0FBE-3875-DFD2-F92F-330C2401C472}"/>
              </a:ext>
            </a:extLst>
          </p:cNvPr>
          <p:cNvSpPr>
            <a:spLocks noGrp="1"/>
          </p:cNvSpPr>
          <p:nvPr>
            <p:ph type="subTitle" idx="1"/>
          </p:nvPr>
        </p:nvSpPr>
        <p:spPr>
          <a:xfrm>
            <a:off x="422482" y="3307948"/>
            <a:ext cx="5413874" cy="1388010"/>
          </a:xfrm>
        </p:spPr>
        <p:txBody>
          <a:bodyPr/>
          <a:lstStyle/>
          <a:p>
            <a:pPr algn="l"/>
            <a:r>
              <a:rPr lang="en-US" sz="2400">
                <a:solidFill>
                  <a:srgbClr val="FFFFFF"/>
                </a:solidFill>
              </a:rPr>
              <a:t>Building a highly accurate digital replica of the Earth system</a:t>
            </a:r>
            <a:endParaRPr lang="en-GB" sz="2400">
              <a:solidFill>
                <a:srgbClr val="FFFFFF"/>
              </a:solidFill>
            </a:endParaRPr>
          </a:p>
        </p:txBody>
      </p:sp>
    </p:spTree>
    <p:extLst>
      <p:ext uri="{BB962C8B-B14F-4D97-AF65-F5344CB8AC3E}">
        <p14:creationId xmlns:p14="http://schemas.microsoft.com/office/powerpoint/2010/main" val="40283097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2CD392F-E696-6ED7-B217-CFA7C68BA924}"/>
              </a:ext>
            </a:extLst>
          </p:cNvPr>
          <p:cNvSpPr>
            <a:spLocks noGrp="1"/>
          </p:cNvSpPr>
          <p:nvPr>
            <p:ph idx="1"/>
          </p:nvPr>
        </p:nvSpPr>
        <p:spPr>
          <a:xfrm>
            <a:off x="255639" y="2122317"/>
            <a:ext cx="5072715" cy="4054645"/>
          </a:xfrm>
        </p:spPr>
        <p:txBody>
          <a:bodyPr vert="horz" lIns="91440" tIns="45720" rIns="91440" bIns="45720" rtlCol="0" anchor="t">
            <a:normAutofit/>
          </a:bodyPr>
          <a:lstStyle/>
          <a:p>
            <a:r>
              <a:rPr lang="en-US" sz="2000" err="1">
                <a:latin typeface="EC Square Sans Pro"/>
                <a:cs typeface="Arial"/>
              </a:rPr>
              <a:t>DestinE</a:t>
            </a:r>
            <a:r>
              <a:rPr lang="en-US" sz="2000">
                <a:latin typeface="EC Square Sans Pro"/>
                <a:cs typeface="Arial"/>
              </a:rPr>
              <a:t> is a digital twin of different aspects of the Earth system used for building better climate change adaptation and mitigation strategies. </a:t>
            </a:r>
            <a:endParaRPr lang="en-US" sz="2000"/>
          </a:p>
          <a:p>
            <a:r>
              <a:rPr lang="en-US" sz="2000">
                <a:latin typeface="EC Square Sans Pro"/>
                <a:cs typeface="Arial"/>
              </a:rPr>
              <a:t>The system will provide information about natural phenomena and the impact of human activities on our planet through simulations and forecasts with enhanced accuracy, speed and interactivity.</a:t>
            </a:r>
            <a:endParaRPr lang="en-US" sz="2000">
              <a:latin typeface="EC Square Sans Pro"/>
            </a:endParaRPr>
          </a:p>
          <a:p>
            <a:r>
              <a:rPr lang="en-US" sz="2000" err="1"/>
              <a:t>DestinE</a:t>
            </a:r>
            <a:r>
              <a:rPr lang="en-US" sz="2000"/>
              <a:t> is an initiative funded by the European Commission and implemented by ECMWF, ESA and EUMETSAT. </a:t>
            </a:r>
            <a:endParaRPr lang="en-GB" sz="2000"/>
          </a:p>
          <a:p>
            <a:endParaRPr lang="it-IT" sz="2000"/>
          </a:p>
        </p:txBody>
      </p:sp>
      <p:sp>
        <p:nvSpPr>
          <p:cNvPr id="3" name="Footer Placeholder 2">
            <a:extLst>
              <a:ext uri="{FF2B5EF4-FFF2-40B4-BE49-F238E27FC236}">
                <a16:creationId xmlns:a16="http://schemas.microsoft.com/office/drawing/2014/main" id="{F66B8A25-4B52-01A7-8477-C89A6CB6D395}"/>
              </a:ext>
            </a:extLst>
          </p:cNvPr>
          <p:cNvSpPr>
            <a:spLocks noGrp="1"/>
          </p:cNvSpPr>
          <p:nvPr>
            <p:ph type="ftr" sz="quarter" idx="11"/>
          </p:nvPr>
        </p:nvSpPr>
        <p:spPr/>
        <p:txBody>
          <a:bodyPr/>
          <a:lstStyle/>
          <a:p>
            <a:endParaRPr lang="it-IT"/>
          </a:p>
        </p:txBody>
      </p:sp>
      <p:sp>
        <p:nvSpPr>
          <p:cNvPr id="4" name="Slide Number Placeholder 3">
            <a:extLst>
              <a:ext uri="{FF2B5EF4-FFF2-40B4-BE49-F238E27FC236}">
                <a16:creationId xmlns:a16="http://schemas.microsoft.com/office/drawing/2014/main" id="{76ECB172-6808-AAB2-11C8-AB3FF39C987B}"/>
              </a:ext>
            </a:extLst>
          </p:cNvPr>
          <p:cNvSpPr>
            <a:spLocks noGrp="1"/>
          </p:cNvSpPr>
          <p:nvPr>
            <p:ph type="sldNum" sz="quarter" idx="12"/>
          </p:nvPr>
        </p:nvSpPr>
        <p:spPr/>
        <p:txBody>
          <a:bodyPr/>
          <a:lstStyle/>
          <a:p>
            <a:fld id="{2142E07A-D544-5D47-8EE2-FB691007F03E}" type="slidenum">
              <a:rPr lang="it-IT" smtClean="0"/>
              <a:t>2</a:t>
            </a:fld>
            <a:endParaRPr lang="it-IT"/>
          </a:p>
        </p:txBody>
      </p:sp>
      <p:sp>
        <p:nvSpPr>
          <p:cNvPr id="5" name="Title 4">
            <a:extLst>
              <a:ext uri="{FF2B5EF4-FFF2-40B4-BE49-F238E27FC236}">
                <a16:creationId xmlns:a16="http://schemas.microsoft.com/office/drawing/2014/main" id="{E2DA51AF-4D7F-6DAD-1D98-1483BEB3EC76}"/>
              </a:ext>
            </a:extLst>
          </p:cNvPr>
          <p:cNvSpPr>
            <a:spLocks noGrp="1"/>
          </p:cNvSpPr>
          <p:nvPr>
            <p:ph type="title"/>
          </p:nvPr>
        </p:nvSpPr>
        <p:spPr/>
        <p:txBody>
          <a:bodyPr/>
          <a:lstStyle/>
          <a:p>
            <a:r>
              <a:rPr lang="it-IT"/>
              <a:t> </a:t>
            </a:r>
          </a:p>
        </p:txBody>
      </p:sp>
      <p:graphicFrame>
        <p:nvGraphicFramePr>
          <p:cNvPr id="6" name="Diagram 5">
            <a:extLst>
              <a:ext uri="{FF2B5EF4-FFF2-40B4-BE49-F238E27FC236}">
                <a16:creationId xmlns:a16="http://schemas.microsoft.com/office/drawing/2014/main" id="{9F8E8F2E-57E5-F868-B62E-569747890E9D}"/>
              </a:ext>
            </a:extLst>
          </p:cNvPr>
          <p:cNvGraphicFramePr/>
          <p:nvPr>
            <p:extLst>
              <p:ext uri="{D42A27DB-BD31-4B8C-83A1-F6EECF244321}">
                <p14:modId xmlns:p14="http://schemas.microsoft.com/office/powerpoint/2010/main" val="2426195384"/>
              </p:ext>
            </p:extLst>
          </p:nvPr>
        </p:nvGraphicFramePr>
        <p:xfrm>
          <a:off x="5328355" y="1749777"/>
          <a:ext cx="6318738" cy="42757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 Placeholder 4">
            <a:extLst>
              <a:ext uri="{FF2B5EF4-FFF2-40B4-BE49-F238E27FC236}">
                <a16:creationId xmlns:a16="http://schemas.microsoft.com/office/drawing/2014/main" id="{DD9C5202-D548-E0EA-2C9D-E1FC95356664}"/>
              </a:ext>
            </a:extLst>
          </p:cNvPr>
          <p:cNvSpPr txBox="1">
            <a:spLocks/>
          </p:cNvSpPr>
          <p:nvPr/>
        </p:nvSpPr>
        <p:spPr>
          <a:xfrm>
            <a:off x="255639" y="1049127"/>
            <a:ext cx="8820628" cy="607640"/>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Tx/>
              <a:buBlip>
                <a:blip r:embed="rId8"/>
              </a:buBlip>
              <a:defRPr sz="2800" b="0" i="0" kern="1200">
                <a:solidFill>
                  <a:schemeClr val="tx1"/>
                </a:solidFill>
                <a:latin typeface="EC Square Sans Pro" panose="020B05060400000200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Tx/>
              <a:buBlip>
                <a:blip r:embed="rId8"/>
              </a:buBlip>
              <a:defRPr sz="2400" b="0" i="0" kern="1200">
                <a:solidFill>
                  <a:schemeClr val="tx1"/>
                </a:solidFill>
                <a:latin typeface="EC Square Sans Pro" panose="020B05060400000200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Tx/>
              <a:buBlip>
                <a:blip r:embed="rId8"/>
              </a:buBlip>
              <a:defRPr sz="2000" b="0" i="0" kern="1200">
                <a:solidFill>
                  <a:schemeClr val="tx1"/>
                </a:solidFill>
                <a:latin typeface="EC Square Sans Pro" panose="020B05060400000200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Tx/>
              <a:buBlip>
                <a:blip r:embed="rId8"/>
              </a:buBlip>
              <a:defRPr sz="1800" b="0" i="0" kern="1200">
                <a:solidFill>
                  <a:schemeClr val="tx1"/>
                </a:solidFill>
                <a:latin typeface="EC Square Sans Pro" panose="020B05060400000200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Tx/>
              <a:buBlip>
                <a:blip r:embed="rId8"/>
              </a:buBlip>
              <a:defRPr sz="1800" b="0" i="0" kern="1200">
                <a:solidFill>
                  <a:schemeClr val="tx1"/>
                </a:solidFill>
                <a:latin typeface="EC Square Sans Pro" panose="020B05060400000200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600" b="1"/>
              <a:t>What is Destination Earth (</a:t>
            </a:r>
            <a:r>
              <a:rPr lang="en-US" sz="3600" b="1" err="1"/>
              <a:t>DestinE</a:t>
            </a:r>
            <a:r>
              <a:rPr lang="en-US" sz="3600" b="1"/>
              <a:t>)?</a:t>
            </a:r>
            <a:endParaRPr lang="it-IT" sz="3600" b="1"/>
          </a:p>
        </p:txBody>
      </p:sp>
      <p:pic>
        <p:nvPicPr>
          <p:cNvPr id="9" name="Graphic 8">
            <a:extLst>
              <a:ext uri="{FF2B5EF4-FFF2-40B4-BE49-F238E27FC236}">
                <a16:creationId xmlns:a16="http://schemas.microsoft.com/office/drawing/2014/main" id="{8FA40A62-E01B-22C2-12E0-A58FF6C85A9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895841" y="3749548"/>
            <a:ext cx="1662043" cy="212331"/>
          </a:xfrm>
          <a:prstGeom prst="rect">
            <a:avLst/>
          </a:prstGeom>
        </p:spPr>
      </p:pic>
    </p:spTree>
    <p:extLst>
      <p:ext uri="{BB962C8B-B14F-4D97-AF65-F5344CB8AC3E}">
        <p14:creationId xmlns:p14="http://schemas.microsoft.com/office/powerpoint/2010/main" val="2614509590"/>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2CD392F-E696-6ED7-B217-CFA7C68BA924}"/>
              </a:ext>
            </a:extLst>
          </p:cNvPr>
          <p:cNvSpPr>
            <a:spLocks noGrp="1"/>
          </p:cNvSpPr>
          <p:nvPr>
            <p:ph idx="1"/>
          </p:nvPr>
        </p:nvSpPr>
        <p:spPr>
          <a:xfrm>
            <a:off x="255639" y="2126110"/>
            <a:ext cx="6224183" cy="4050852"/>
          </a:xfrm>
        </p:spPr>
        <p:txBody>
          <a:bodyPr vert="horz" lIns="91440" tIns="45720" rIns="91440" bIns="45720" rtlCol="0" anchor="t">
            <a:normAutofit lnSpcReduction="10000"/>
          </a:bodyPr>
          <a:lstStyle/>
          <a:p>
            <a:pPr marL="0" indent="0">
              <a:buNone/>
            </a:pPr>
            <a:r>
              <a:rPr lang="en-US" sz="2000"/>
              <a:t>The DESP represents an ecosystem of services providing an environment for evidence-based policy and decision-making supporting tools development and designed to be functional for a wide variety of user profiles.</a:t>
            </a:r>
          </a:p>
          <a:p>
            <a:r>
              <a:rPr lang="en-US" sz="2000">
                <a:latin typeface="EC Square Sans Pro"/>
                <a:cs typeface="Arial"/>
              </a:rPr>
              <a:t>Represents a framework for the analysis and management of Earth system processes with state-of-the-art applications.</a:t>
            </a:r>
          </a:p>
          <a:p>
            <a:r>
              <a:rPr lang="en-US" sz="2000">
                <a:latin typeface="EC Square Sans Pro"/>
                <a:cs typeface="Arial"/>
              </a:rPr>
              <a:t>Designed as an open platform easily accessible by users, Registered Services, and service providers.</a:t>
            </a:r>
          </a:p>
          <a:p>
            <a:r>
              <a:rPr lang="en-US" sz="2000">
                <a:latin typeface="EC Square Sans Pro"/>
                <a:cs typeface="Arial"/>
              </a:rPr>
              <a:t>Enables the development and exploitation of applications and services targeting </a:t>
            </a:r>
            <a:r>
              <a:rPr lang="en-US" sz="2000" err="1">
                <a:latin typeface="EC Square Sans Pro"/>
                <a:cs typeface="Arial"/>
              </a:rPr>
              <a:t>DestinE</a:t>
            </a:r>
            <a:r>
              <a:rPr lang="en-US" sz="2000">
                <a:latin typeface="EC Square Sans Pro"/>
                <a:cs typeface="Arial"/>
              </a:rPr>
              <a:t> data.</a:t>
            </a:r>
          </a:p>
          <a:p>
            <a:r>
              <a:rPr lang="en-US" sz="2000">
                <a:latin typeface="EC Square Sans Pro"/>
                <a:cs typeface="Arial"/>
              </a:rPr>
              <a:t>Provides users with direct access to the data and functionalities provided by the other </a:t>
            </a:r>
            <a:r>
              <a:rPr lang="en-US" sz="2000" err="1">
                <a:latin typeface="EC Square Sans Pro"/>
                <a:cs typeface="Arial"/>
              </a:rPr>
              <a:t>DestinE</a:t>
            </a:r>
            <a:r>
              <a:rPr lang="en-US" sz="2000">
                <a:latin typeface="EC Square Sans Pro"/>
                <a:cs typeface="Arial"/>
              </a:rPr>
              <a:t> components.</a:t>
            </a:r>
            <a:endParaRPr lang="en-GB" sz="2000">
              <a:latin typeface="EC Square Sans Pro"/>
              <a:cs typeface="Arial"/>
            </a:endParaRPr>
          </a:p>
        </p:txBody>
      </p:sp>
      <p:sp>
        <p:nvSpPr>
          <p:cNvPr id="3" name="Footer Placeholder 2">
            <a:extLst>
              <a:ext uri="{FF2B5EF4-FFF2-40B4-BE49-F238E27FC236}">
                <a16:creationId xmlns:a16="http://schemas.microsoft.com/office/drawing/2014/main" id="{F66B8A25-4B52-01A7-8477-C89A6CB6D395}"/>
              </a:ext>
            </a:extLst>
          </p:cNvPr>
          <p:cNvSpPr>
            <a:spLocks noGrp="1"/>
          </p:cNvSpPr>
          <p:nvPr>
            <p:ph type="ftr" sz="quarter" idx="11"/>
          </p:nvPr>
        </p:nvSpPr>
        <p:spPr/>
        <p:txBody>
          <a:bodyPr/>
          <a:lstStyle/>
          <a:p>
            <a:endParaRPr lang="it-IT"/>
          </a:p>
        </p:txBody>
      </p:sp>
      <p:sp>
        <p:nvSpPr>
          <p:cNvPr id="4" name="Slide Number Placeholder 3">
            <a:extLst>
              <a:ext uri="{FF2B5EF4-FFF2-40B4-BE49-F238E27FC236}">
                <a16:creationId xmlns:a16="http://schemas.microsoft.com/office/drawing/2014/main" id="{76ECB172-6808-AAB2-11C8-AB3FF39C987B}"/>
              </a:ext>
            </a:extLst>
          </p:cNvPr>
          <p:cNvSpPr>
            <a:spLocks noGrp="1"/>
          </p:cNvSpPr>
          <p:nvPr>
            <p:ph type="sldNum" sz="quarter" idx="12"/>
          </p:nvPr>
        </p:nvSpPr>
        <p:spPr/>
        <p:txBody>
          <a:bodyPr/>
          <a:lstStyle/>
          <a:p>
            <a:fld id="{2142E07A-D544-5D47-8EE2-FB691007F03E}" type="slidenum">
              <a:rPr lang="it-IT" smtClean="0"/>
              <a:t>3</a:t>
            </a:fld>
            <a:endParaRPr lang="it-IT"/>
          </a:p>
        </p:txBody>
      </p:sp>
      <p:sp>
        <p:nvSpPr>
          <p:cNvPr id="5" name="Title 4">
            <a:extLst>
              <a:ext uri="{FF2B5EF4-FFF2-40B4-BE49-F238E27FC236}">
                <a16:creationId xmlns:a16="http://schemas.microsoft.com/office/drawing/2014/main" id="{E2DA51AF-4D7F-6DAD-1D98-1483BEB3EC76}"/>
              </a:ext>
            </a:extLst>
          </p:cNvPr>
          <p:cNvSpPr>
            <a:spLocks noGrp="1"/>
          </p:cNvSpPr>
          <p:nvPr>
            <p:ph type="title"/>
          </p:nvPr>
        </p:nvSpPr>
        <p:spPr/>
        <p:txBody>
          <a:bodyPr/>
          <a:lstStyle/>
          <a:p>
            <a:r>
              <a:rPr lang="it-IT"/>
              <a:t> </a:t>
            </a:r>
          </a:p>
        </p:txBody>
      </p:sp>
      <p:sp>
        <p:nvSpPr>
          <p:cNvPr id="7" name="Text Placeholder 4">
            <a:extLst>
              <a:ext uri="{FF2B5EF4-FFF2-40B4-BE49-F238E27FC236}">
                <a16:creationId xmlns:a16="http://schemas.microsoft.com/office/drawing/2014/main" id="{DD9C5202-D548-E0EA-2C9D-E1FC95356664}"/>
              </a:ext>
            </a:extLst>
          </p:cNvPr>
          <p:cNvSpPr txBox="1">
            <a:spLocks/>
          </p:cNvSpPr>
          <p:nvPr/>
        </p:nvSpPr>
        <p:spPr>
          <a:xfrm>
            <a:off x="255639" y="1049127"/>
            <a:ext cx="8820628" cy="607640"/>
          </a:xfrm>
          <a:prstGeom prst="rect">
            <a:avLst/>
          </a:prstGeom>
          <a:noFill/>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Tx/>
              <a:buBlip>
                <a:blip r:embed="rId2"/>
              </a:buBlip>
              <a:defRPr sz="2800" b="0" i="0" kern="1200">
                <a:solidFill>
                  <a:schemeClr val="tx1"/>
                </a:solidFill>
                <a:latin typeface="EC Square Sans Pro" panose="020B05060400000200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Tx/>
              <a:buBlip>
                <a:blip r:embed="rId2"/>
              </a:buBlip>
              <a:defRPr sz="2400" b="0" i="0" kern="1200">
                <a:solidFill>
                  <a:schemeClr val="tx1"/>
                </a:solidFill>
                <a:latin typeface="EC Square Sans Pro" panose="020B05060400000200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Tx/>
              <a:buBlip>
                <a:blip r:embed="rId2"/>
              </a:buBlip>
              <a:defRPr sz="2000" b="0" i="0" kern="1200">
                <a:solidFill>
                  <a:schemeClr val="tx1"/>
                </a:solidFill>
                <a:latin typeface="EC Square Sans Pro" panose="020B05060400000200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Tx/>
              <a:buBlip>
                <a:blip r:embed="rId2"/>
              </a:buBlip>
              <a:defRPr sz="1800" b="0" i="0" kern="1200">
                <a:solidFill>
                  <a:schemeClr val="tx1"/>
                </a:solidFill>
                <a:latin typeface="EC Square Sans Pro" panose="020B05060400000200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Tx/>
              <a:buBlip>
                <a:blip r:embed="rId2"/>
              </a:buBlip>
              <a:defRPr sz="1800" b="0" i="0" kern="1200">
                <a:solidFill>
                  <a:schemeClr val="tx1"/>
                </a:solidFill>
                <a:latin typeface="EC Square Sans Pro" panose="020B05060400000200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5400" b="1"/>
              <a:t>Core Service Platform (DESP)</a:t>
            </a:r>
            <a:endParaRPr lang="it-IT" sz="3600" b="1"/>
          </a:p>
        </p:txBody>
      </p:sp>
      <p:pic>
        <p:nvPicPr>
          <p:cNvPr id="8" name="Picture 10" descr="Destination Earth | Shaping Europe's digital future">
            <a:extLst>
              <a:ext uri="{FF2B5EF4-FFF2-40B4-BE49-F238E27FC236}">
                <a16:creationId xmlns:a16="http://schemas.microsoft.com/office/drawing/2014/main" id="{9DEF61A3-0041-ECE4-91FA-BE129E97FD4C}"/>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479822" y="3152048"/>
            <a:ext cx="5155134" cy="2147970"/>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4">
            <a:extLst>
              <a:ext uri="{FF2B5EF4-FFF2-40B4-BE49-F238E27FC236}">
                <a16:creationId xmlns:a16="http://schemas.microsoft.com/office/drawing/2014/main" id="{80DAE82D-C544-C3AD-A702-31EB8B785AD4}"/>
              </a:ext>
            </a:extLst>
          </p:cNvPr>
          <p:cNvSpPr txBox="1">
            <a:spLocks/>
          </p:cNvSpPr>
          <p:nvPr/>
        </p:nvSpPr>
        <p:spPr>
          <a:xfrm>
            <a:off x="255639" y="1518470"/>
            <a:ext cx="7689657" cy="607640"/>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Tx/>
              <a:buBlip>
                <a:blip r:embed="rId2"/>
              </a:buBlip>
              <a:defRPr sz="2800" b="0" i="0" kern="1200">
                <a:solidFill>
                  <a:schemeClr val="tx1"/>
                </a:solidFill>
                <a:latin typeface="EC Square Sans Pro" panose="020B05060400000200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Tx/>
              <a:buBlip>
                <a:blip r:embed="rId2"/>
              </a:buBlip>
              <a:defRPr sz="2400" b="0" i="0" kern="1200">
                <a:solidFill>
                  <a:schemeClr val="tx1"/>
                </a:solidFill>
                <a:latin typeface="EC Square Sans Pro" panose="020B05060400000200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Tx/>
              <a:buBlip>
                <a:blip r:embed="rId2"/>
              </a:buBlip>
              <a:defRPr sz="2000" b="0" i="0" kern="1200">
                <a:solidFill>
                  <a:schemeClr val="tx1"/>
                </a:solidFill>
                <a:latin typeface="EC Square Sans Pro" panose="020B05060400000200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Tx/>
              <a:buBlip>
                <a:blip r:embed="rId2"/>
              </a:buBlip>
              <a:defRPr sz="1800" b="0" i="0" kern="1200">
                <a:solidFill>
                  <a:schemeClr val="tx1"/>
                </a:solidFill>
                <a:latin typeface="EC Square Sans Pro" panose="020B05060400000200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Tx/>
              <a:buBlip>
                <a:blip r:embed="rId2"/>
              </a:buBlip>
              <a:defRPr sz="1800" b="0" i="0" kern="1200">
                <a:solidFill>
                  <a:schemeClr val="tx1"/>
                </a:solidFill>
                <a:latin typeface="EC Square Sans Pro" panose="020B05060400000200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a:t>The user access point for the </a:t>
            </a:r>
            <a:r>
              <a:rPr lang="en-US" sz="2400" b="1" err="1"/>
              <a:t>DestinE</a:t>
            </a:r>
            <a:r>
              <a:rPr lang="en-US" sz="2400" b="1"/>
              <a:t> ecosystem</a:t>
            </a:r>
            <a:endParaRPr lang="it-IT" sz="1600" b="1"/>
          </a:p>
        </p:txBody>
      </p:sp>
    </p:spTree>
    <p:extLst>
      <p:ext uri="{BB962C8B-B14F-4D97-AF65-F5344CB8AC3E}">
        <p14:creationId xmlns:p14="http://schemas.microsoft.com/office/powerpoint/2010/main" val="2953503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2CD392F-E696-6ED7-B217-CFA7C68BA924}"/>
              </a:ext>
            </a:extLst>
          </p:cNvPr>
          <p:cNvSpPr>
            <a:spLocks noGrp="1"/>
          </p:cNvSpPr>
          <p:nvPr>
            <p:ph idx="1"/>
          </p:nvPr>
        </p:nvSpPr>
        <p:spPr>
          <a:xfrm>
            <a:off x="255639" y="1997157"/>
            <a:ext cx="6224183" cy="4320482"/>
          </a:xfrm>
        </p:spPr>
        <p:txBody>
          <a:bodyPr vert="horz" lIns="91440" tIns="45720" rIns="91440" bIns="45720" rtlCol="0" anchor="t">
            <a:normAutofit fontScale="92500" lnSpcReduction="20000"/>
          </a:bodyPr>
          <a:lstStyle/>
          <a:p>
            <a:pPr marL="0" indent="0">
              <a:buNone/>
            </a:pPr>
            <a:r>
              <a:rPr lang="en-GB" sz="2000"/>
              <a:t>The data lake will bring together data from ESA, EUMETSAT, ECMWF as well as from Copernicus, and many other diverse sources, with new data from the Digital Twins. It will allow discovery and data access as well as big data processing in the cloud.</a:t>
            </a:r>
          </a:p>
          <a:p>
            <a:r>
              <a:rPr lang="en-GB" sz="2000">
                <a:latin typeface="EC Square Sans Pro"/>
                <a:cs typeface="Arial"/>
              </a:rPr>
              <a:t>Built from geographically distributed physical elements that references and provides seamless access to all </a:t>
            </a:r>
            <a:r>
              <a:rPr lang="en-GB" sz="2000" err="1">
                <a:latin typeface="EC Square Sans Pro"/>
                <a:cs typeface="Arial"/>
              </a:rPr>
              <a:t>DestinE</a:t>
            </a:r>
            <a:r>
              <a:rPr lang="en-GB" sz="2000">
                <a:latin typeface="EC Square Sans Pro"/>
                <a:cs typeface="Arial"/>
              </a:rPr>
              <a:t> user required data.</a:t>
            </a:r>
          </a:p>
          <a:p>
            <a:r>
              <a:rPr lang="en-GB" sz="2000">
                <a:latin typeface="EC Square Sans Pro"/>
                <a:cs typeface="Arial"/>
              </a:rPr>
              <a:t>Provision of data and information available from many external data spaces or generated by the </a:t>
            </a:r>
            <a:r>
              <a:rPr lang="en-GB" sz="2000" err="1">
                <a:latin typeface="EC Square Sans Pro"/>
                <a:cs typeface="Arial"/>
              </a:rPr>
              <a:t>DestinE</a:t>
            </a:r>
            <a:r>
              <a:rPr lang="en-GB" sz="2000">
                <a:latin typeface="EC Square Sans Pro"/>
                <a:cs typeface="Arial"/>
              </a:rPr>
              <a:t> Digital Twins, users' models from DEDL and applications on the DESP, regardless of data type and location.</a:t>
            </a:r>
          </a:p>
          <a:p>
            <a:r>
              <a:rPr lang="en-GB" sz="2000"/>
              <a:t>Supports near-data processing to maximise throughput and service scalability and implements big data distributed workflows.</a:t>
            </a:r>
          </a:p>
          <a:p>
            <a:r>
              <a:rPr lang="en-GB" sz="2000"/>
              <a:t>Will provide harmonisation of data access, beyond anything that exists today.</a:t>
            </a:r>
          </a:p>
        </p:txBody>
      </p:sp>
      <p:sp>
        <p:nvSpPr>
          <p:cNvPr id="3" name="Footer Placeholder 2">
            <a:extLst>
              <a:ext uri="{FF2B5EF4-FFF2-40B4-BE49-F238E27FC236}">
                <a16:creationId xmlns:a16="http://schemas.microsoft.com/office/drawing/2014/main" id="{F66B8A25-4B52-01A7-8477-C89A6CB6D395}"/>
              </a:ext>
            </a:extLst>
          </p:cNvPr>
          <p:cNvSpPr>
            <a:spLocks noGrp="1"/>
          </p:cNvSpPr>
          <p:nvPr>
            <p:ph type="ftr" sz="quarter" idx="11"/>
          </p:nvPr>
        </p:nvSpPr>
        <p:spPr/>
        <p:txBody>
          <a:bodyPr/>
          <a:lstStyle/>
          <a:p>
            <a:endParaRPr lang="it-IT"/>
          </a:p>
        </p:txBody>
      </p:sp>
      <p:sp>
        <p:nvSpPr>
          <p:cNvPr id="4" name="Slide Number Placeholder 3">
            <a:extLst>
              <a:ext uri="{FF2B5EF4-FFF2-40B4-BE49-F238E27FC236}">
                <a16:creationId xmlns:a16="http://schemas.microsoft.com/office/drawing/2014/main" id="{76ECB172-6808-AAB2-11C8-AB3FF39C987B}"/>
              </a:ext>
            </a:extLst>
          </p:cNvPr>
          <p:cNvSpPr>
            <a:spLocks noGrp="1"/>
          </p:cNvSpPr>
          <p:nvPr>
            <p:ph type="sldNum" sz="quarter" idx="12"/>
          </p:nvPr>
        </p:nvSpPr>
        <p:spPr/>
        <p:txBody>
          <a:bodyPr/>
          <a:lstStyle/>
          <a:p>
            <a:fld id="{2142E07A-D544-5D47-8EE2-FB691007F03E}" type="slidenum">
              <a:rPr lang="it-IT" smtClean="0"/>
              <a:t>4</a:t>
            </a:fld>
            <a:endParaRPr lang="it-IT"/>
          </a:p>
        </p:txBody>
      </p:sp>
      <p:sp>
        <p:nvSpPr>
          <p:cNvPr id="5" name="Title 4">
            <a:extLst>
              <a:ext uri="{FF2B5EF4-FFF2-40B4-BE49-F238E27FC236}">
                <a16:creationId xmlns:a16="http://schemas.microsoft.com/office/drawing/2014/main" id="{E2DA51AF-4D7F-6DAD-1D98-1483BEB3EC76}"/>
              </a:ext>
            </a:extLst>
          </p:cNvPr>
          <p:cNvSpPr>
            <a:spLocks noGrp="1"/>
          </p:cNvSpPr>
          <p:nvPr>
            <p:ph type="title"/>
          </p:nvPr>
        </p:nvSpPr>
        <p:spPr/>
        <p:txBody>
          <a:bodyPr/>
          <a:lstStyle/>
          <a:p>
            <a:r>
              <a:rPr lang="it-IT"/>
              <a:t> </a:t>
            </a:r>
          </a:p>
        </p:txBody>
      </p:sp>
      <p:sp>
        <p:nvSpPr>
          <p:cNvPr id="7" name="Text Placeholder 4">
            <a:extLst>
              <a:ext uri="{FF2B5EF4-FFF2-40B4-BE49-F238E27FC236}">
                <a16:creationId xmlns:a16="http://schemas.microsoft.com/office/drawing/2014/main" id="{DD9C5202-D548-E0EA-2C9D-E1FC95356664}"/>
              </a:ext>
            </a:extLst>
          </p:cNvPr>
          <p:cNvSpPr txBox="1">
            <a:spLocks/>
          </p:cNvSpPr>
          <p:nvPr/>
        </p:nvSpPr>
        <p:spPr>
          <a:xfrm>
            <a:off x="255639" y="1049127"/>
            <a:ext cx="8820628" cy="607640"/>
          </a:xfrm>
          <a:prstGeom prst="rect">
            <a:avLst/>
          </a:prstGeom>
          <a:noFill/>
        </p:spPr>
        <p:txBody>
          <a:bodyPr vert="horz" lIns="91440" tIns="45720" rIns="91440" bIns="45720" rtlCol="0">
            <a:normAutofit fontScale="47500" lnSpcReduction="20000"/>
          </a:bodyPr>
          <a:lstStyle>
            <a:lvl1pPr marL="228600" indent="-228600" algn="l" defTabSz="914400" rtl="0" eaLnBrk="1" latinLnBrk="0" hangingPunct="1">
              <a:lnSpc>
                <a:spcPct val="90000"/>
              </a:lnSpc>
              <a:spcBef>
                <a:spcPts val="1000"/>
              </a:spcBef>
              <a:buFontTx/>
              <a:buBlip>
                <a:blip r:embed="rId3"/>
              </a:buBlip>
              <a:defRPr sz="2800" b="0" i="0" kern="1200">
                <a:solidFill>
                  <a:schemeClr val="tx1"/>
                </a:solidFill>
                <a:latin typeface="EC Square Sans Pro" panose="020B05060400000200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Tx/>
              <a:buBlip>
                <a:blip r:embed="rId3"/>
              </a:buBlip>
              <a:defRPr sz="2400" b="0" i="0" kern="1200">
                <a:solidFill>
                  <a:schemeClr val="tx1"/>
                </a:solidFill>
                <a:latin typeface="EC Square Sans Pro" panose="020B05060400000200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Tx/>
              <a:buBlip>
                <a:blip r:embed="rId3"/>
              </a:buBlip>
              <a:defRPr sz="2000" b="0" i="0" kern="1200">
                <a:solidFill>
                  <a:schemeClr val="tx1"/>
                </a:solidFill>
                <a:latin typeface="EC Square Sans Pro" panose="020B05060400000200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Tx/>
              <a:buBlip>
                <a:blip r:embed="rId3"/>
              </a:buBlip>
              <a:defRPr sz="1800" b="0" i="0" kern="1200">
                <a:solidFill>
                  <a:schemeClr val="tx1"/>
                </a:solidFill>
                <a:latin typeface="EC Square Sans Pro" panose="020B05060400000200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Tx/>
              <a:buBlip>
                <a:blip r:embed="rId3"/>
              </a:buBlip>
              <a:defRPr sz="1800" b="0" i="0" kern="1200">
                <a:solidFill>
                  <a:schemeClr val="tx1"/>
                </a:solidFill>
                <a:latin typeface="EC Square Sans Pro" panose="020B05060400000200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8000" b="1"/>
              <a:t>Data Lake (DEDL)</a:t>
            </a:r>
            <a:endParaRPr lang="it-IT" sz="3600" b="1"/>
          </a:p>
        </p:txBody>
      </p:sp>
      <p:sp>
        <p:nvSpPr>
          <p:cNvPr id="9" name="Text Placeholder 4">
            <a:extLst>
              <a:ext uri="{FF2B5EF4-FFF2-40B4-BE49-F238E27FC236}">
                <a16:creationId xmlns:a16="http://schemas.microsoft.com/office/drawing/2014/main" id="{80DAE82D-C544-C3AD-A702-31EB8B785AD4}"/>
              </a:ext>
            </a:extLst>
          </p:cNvPr>
          <p:cNvSpPr txBox="1">
            <a:spLocks/>
          </p:cNvSpPr>
          <p:nvPr/>
        </p:nvSpPr>
        <p:spPr>
          <a:xfrm>
            <a:off x="255639" y="1518470"/>
            <a:ext cx="7183739" cy="607640"/>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Tx/>
              <a:buBlip>
                <a:blip r:embed="rId3"/>
              </a:buBlip>
              <a:defRPr sz="2800" b="0" i="0" kern="1200">
                <a:solidFill>
                  <a:schemeClr val="tx1"/>
                </a:solidFill>
                <a:latin typeface="EC Square Sans Pro" panose="020B05060400000200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Tx/>
              <a:buBlip>
                <a:blip r:embed="rId3"/>
              </a:buBlip>
              <a:defRPr sz="2400" b="0" i="0" kern="1200">
                <a:solidFill>
                  <a:schemeClr val="tx1"/>
                </a:solidFill>
                <a:latin typeface="EC Square Sans Pro" panose="020B05060400000200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Tx/>
              <a:buBlip>
                <a:blip r:embed="rId3"/>
              </a:buBlip>
              <a:defRPr sz="2000" b="0" i="0" kern="1200">
                <a:solidFill>
                  <a:schemeClr val="tx1"/>
                </a:solidFill>
                <a:latin typeface="EC Square Sans Pro" panose="020B05060400000200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Tx/>
              <a:buBlip>
                <a:blip r:embed="rId3"/>
              </a:buBlip>
              <a:defRPr sz="1800" b="0" i="0" kern="1200">
                <a:solidFill>
                  <a:schemeClr val="tx1"/>
                </a:solidFill>
                <a:latin typeface="EC Square Sans Pro" panose="020B05060400000200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Tx/>
              <a:buBlip>
                <a:blip r:embed="rId3"/>
              </a:buBlip>
              <a:defRPr sz="1800" b="0" i="0" kern="1200">
                <a:solidFill>
                  <a:schemeClr val="tx1"/>
                </a:solidFill>
                <a:latin typeface="EC Square Sans Pro" panose="020B05060400000200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a:t>Data access and processing services</a:t>
            </a:r>
            <a:endParaRPr lang="it-IT" sz="1600" b="1"/>
          </a:p>
        </p:txBody>
      </p:sp>
      <p:pic>
        <p:nvPicPr>
          <p:cNvPr id="6" name="Picture 2" descr="Destination Earth | Shaping Europe's digital future">
            <a:extLst>
              <a:ext uri="{FF2B5EF4-FFF2-40B4-BE49-F238E27FC236}">
                <a16:creationId xmlns:a16="http://schemas.microsoft.com/office/drawing/2014/main" id="{0A4EBDF3-8E59-F219-A5E6-2C80D3108BF8}"/>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366932" y="2662761"/>
            <a:ext cx="5760935" cy="24003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4149177"/>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2CD392F-E696-6ED7-B217-CFA7C68BA924}"/>
              </a:ext>
            </a:extLst>
          </p:cNvPr>
          <p:cNvSpPr>
            <a:spLocks noGrp="1"/>
          </p:cNvSpPr>
          <p:nvPr>
            <p:ph idx="1"/>
          </p:nvPr>
        </p:nvSpPr>
        <p:spPr>
          <a:xfrm>
            <a:off x="255639" y="2126110"/>
            <a:ext cx="6224183" cy="4050852"/>
          </a:xfrm>
        </p:spPr>
        <p:txBody>
          <a:bodyPr vert="horz" lIns="91440" tIns="45720" rIns="91440" bIns="45720" rtlCol="0" anchor="t">
            <a:normAutofit/>
          </a:bodyPr>
          <a:lstStyle/>
          <a:p>
            <a:r>
              <a:rPr lang="en-US" sz="2000" b="1">
                <a:latin typeface="EC Square Sans Pro"/>
                <a:cs typeface="Arial"/>
              </a:rPr>
              <a:t>The </a:t>
            </a:r>
            <a:r>
              <a:rPr lang="en-US" sz="2000" b="1" err="1">
                <a:latin typeface="EC Square Sans Pro"/>
                <a:cs typeface="Arial"/>
              </a:rPr>
              <a:t>DestinE</a:t>
            </a:r>
            <a:r>
              <a:rPr lang="en-US" sz="2000" b="1">
                <a:latin typeface="EC Square Sans Pro"/>
                <a:cs typeface="Arial"/>
              </a:rPr>
              <a:t> Digital Twin Engine (DTE)</a:t>
            </a:r>
            <a:r>
              <a:rPr lang="en-US" sz="2000">
                <a:latin typeface="EC Square Sans Pro"/>
                <a:cs typeface="Arial"/>
              </a:rPr>
              <a:t>: unified orchestration of Earth-system simulations and their fusion with observations, requiring largescale HPC and data handling resources. B</a:t>
            </a:r>
            <a:r>
              <a:rPr lang="en-GB" sz="2000" err="1">
                <a:latin typeface="EC Square Sans Pro"/>
                <a:cs typeface="Arial"/>
              </a:rPr>
              <a:t>uilt</a:t>
            </a:r>
            <a:r>
              <a:rPr lang="en-GB" sz="2000">
                <a:latin typeface="EC Square Sans Pro"/>
                <a:cs typeface="Arial"/>
              </a:rPr>
              <a:t> from geographically distributed physical elements, providing seamless access to all </a:t>
            </a:r>
            <a:r>
              <a:rPr lang="en-GB" sz="2000" err="1">
                <a:latin typeface="EC Square Sans Pro"/>
                <a:cs typeface="Arial"/>
              </a:rPr>
              <a:t>DestinE</a:t>
            </a:r>
            <a:r>
              <a:rPr lang="en-GB" sz="2000">
                <a:latin typeface="EC Square Sans Pro"/>
                <a:cs typeface="Arial"/>
              </a:rPr>
              <a:t> data.</a:t>
            </a:r>
          </a:p>
          <a:p>
            <a:r>
              <a:rPr lang="en-US" sz="2000" b="1">
                <a:latin typeface="EC Square Sans Pro"/>
                <a:cs typeface="Arial"/>
              </a:rPr>
              <a:t>Weather-induced and Geophysical Extremes Digital Twin</a:t>
            </a:r>
            <a:r>
              <a:rPr lang="en-US" sz="2000">
                <a:latin typeface="EC Square Sans Pro"/>
                <a:cs typeface="Arial"/>
              </a:rPr>
              <a:t>: Assessment and prediction of environmental extremes (a few days ahead)</a:t>
            </a:r>
          </a:p>
          <a:p>
            <a:r>
              <a:rPr lang="en-US" sz="2000" b="1">
                <a:latin typeface="EC Square Sans Pro"/>
                <a:cs typeface="Arial"/>
              </a:rPr>
              <a:t>Climate Change Adaptation Digital Twin</a:t>
            </a:r>
            <a:r>
              <a:rPr lang="en-US" sz="2000">
                <a:latin typeface="EC Square Sans Pro"/>
                <a:cs typeface="Arial"/>
              </a:rPr>
              <a:t>: Supporting climate change adaptation policies and mitigation scenario testing (multidecadal)</a:t>
            </a:r>
            <a:endParaRPr lang="en-GB" sz="2000">
              <a:latin typeface="EC Square Sans Pro"/>
              <a:cs typeface="Arial"/>
            </a:endParaRPr>
          </a:p>
        </p:txBody>
      </p:sp>
      <p:sp>
        <p:nvSpPr>
          <p:cNvPr id="3" name="Footer Placeholder 2">
            <a:extLst>
              <a:ext uri="{FF2B5EF4-FFF2-40B4-BE49-F238E27FC236}">
                <a16:creationId xmlns:a16="http://schemas.microsoft.com/office/drawing/2014/main" id="{F66B8A25-4B52-01A7-8477-C89A6CB6D395}"/>
              </a:ext>
            </a:extLst>
          </p:cNvPr>
          <p:cNvSpPr>
            <a:spLocks noGrp="1"/>
          </p:cNvSpPr>
          <p:nvPr>
            <p:ph type="ftr" sz="quarter" idx="11"/>
          </p:nvPr>
        </p:nvSpPr>
        <p:spPr/>
        <p:txBody>
          <a:bodyPr/>
          <a:lstStyle/>
          <a:p>
            <a:endParaRPr lang="it-IT"/>
          </a:p>
        </p:txBody>
      </p:sp>
      <p:sp>
        <p:nvSpPr>
          <p:cNvPr id="4" name="Slide Number Placeholder 3">
            <a:extLst>
              <a:ext uri="{FF2B5EF4-FFF2-40B4-BE49-F238E27FC236}">
                <a16:creationId xmlns:a16="http://schemas.microsoft.com/office/drawing/2014/main" id="{76ECB172-6808-AAB2-11C8-AB3FF39C987B}"/>
              </a:ext>
            </a:extLst>
          </p:cNvPr>
          <p:cNvSpPr>
            <a:spLocks noGrp="1"/>
          </p:cNvSpPr>
          <p:nvPr>
            <p:ph type="sldNum" sz="quarter" idx="12"/>
          </p:nvPr>
        </p:nvSpPr>
        <p:spPr/>
        <p:txBody>
          <a:bodyPr/>
          <a:lstStyle/>
          <a:p>
            <a:fld id="{2142E07A-D544-5D47-8EE2-FB691007F03E}" type="slidenum">
              <a:rPr lang="it-IT" smtClean="0"/>
              <a:t>5</a:t>
            </a:fld>
            <a:endParaRPr lang="it-IT"/>
          </a:p>
        </p:txBody>
      </p:sp>
      <p:sp>
        <p:nvSpPr>
          <p:cNvPr id="5" name="Title 4">
            <a:extLst>
              <a:ext uri="{FF2B5EF4-FFF2-40B4-BE49-F238E27FC236}">
                <a16:creationId xmlns:a16="http://schemas.microsoft.com/office/drawing/2014/main" id="{E2DA51AF-4D7F-6DAD-1D98-1483BEB3EC76}"/>
              </a:ext>
            </a:extLst>
          </p:cNvPr>
          <p:cNvSpPr>
            <a:spLocks noGrp="1"/>
          </p:cNvSpPr>
          <p:nvPr>
            <p:ph type="title"/>
          </p:nvPr>
        </p:nvSpPr>
        <p:spPr/>
        <p:txBody>
          <a:bodyPr/>
          <a:lstStyle/>
          <a:p>
            <a:r>
              <a:rPr lang="it-IT"/>
              <a:t> </a:t>
            </a:r>
          </a:p>
        </p:txBody>
      </p:sp>
      <p:sp>
        <p:nvSpPr>
          <p:cNvPr id="7" name="Text Placeholder 4">
            <a:extLst>
              <a:ext uri="{FF2B5EF4-FFF2-40B4-BE49-F238E27FC236}">
                <a16:creationId xmlns:a16="http://schemas.microsoft.com/office/drawing/2014/main" id="{DD9C5202-D548-E0EA-2C9D-E1FC95356664}"/>
              </a:ext>
            </a:extLst>
          </p:cNvPr>
          <p:cNvSpPr txBox="1">
            <a:spLocks/>
          </p:cNvSpPr>
          <p:nvPr/>
        </p:nvSpPr>
        <p:spPr>
          <a:xfrm>
            <a:off x="255639" y="1049127"/>
            <a:ext cx="8820628" cy="607640"/>
          </a:xfrm>
          <a:prstGeom prst="rect">
            <a:avLst/>
          </a:prstGeom>
          <a:noFill/>
        </p:spPr>
        <p:txBody>
          <a:bodyPr vert="horz" lIns="91440" tIns="45720" rIns="91440" bIns="45720" rtlCol="0">
            <a:normAutofit fontScale="40000" lnSpcReduction="20000"/>
          </a:bodyPr>
          <a:lstStyle>
            <a:lvl1pPr marL="228600" indent="-228600" algn="l" defTabSz="914400" rtl="0" eaLnBrk="1" latinLnBrk="0" hangingPunct="1">
              <a:lnSpc>
                <a:spcPct val="90000"/>
              </a:lnSpc>
              <a:spcBef>
                <a:spcPts val="1000"/>
              </a:spcBef>
              <a:buFontTx/>
              <a:buBlip>
                <a:blip r:embed="rId3"/>
              </a:buBlip>
              <a:defRPr sz="2800" b="0" i="0" kern="1200">
                <a:solidFill>
                  <a:schemeClr val="tx1"/>
                </a:solidFill>
                <a:latin typeface="EC Square Sans Pro" panose="020B05060400000200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Tx/>
              <a:buBlip>
                <a:blip r:embed="rId3"/>
              </a:buBlip>
              <a:defRPr sz="2400" b="0" i="0" kern="1200">
                <a:solidFill>
                  <a:schemeClr val="tx1"/>
                </a:solidFill>
                <a:latin typeface="EC Square Sans Pro" panose="020B05060400000200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Tx/>
              <a:buBlip>
                <a:blip r:embed="rId3"/>
              </a:buBlip>
              <a:defRPr sz="2000" b="0" i="0" kern="1200">
                <a:solidFill>
                  <a:schemeClr val="tx1"/>
                </a:solidFill>
                <a:latin typeface="EC Square Sans Pro" panose="020B05060400000200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Tx/>
              <a:buBlip>
                <a:blip r:embed="rId3"/>
              </a:buBlip>
              <a:defRPr sz="1800" b="0" i="0" kern="1200">
                <a:solidFill>
                  <a:schemeClr val="tx1"/>
                </a:solidFill>
                <a:latin typeface="EC Square Sans Pro" panose="020B05060400000200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Tx/>
              <a:buBlip>
                <a:blip r:embed="rId3"/>
              </a:buBlip>
              <a:defRPr sz="1800" b="0" i="0" kern="1200">
                <a:solidFill>
                  <a:schemeClr val="tx1"/>
                </a:solidFill>
                <a:latin typeface="EC Square Sans Pro" panose="020B05060400000200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9600" b="1"/>
              <a:t>Digital Twin Engine and Digital Twins</a:t>
            </a:r>
            <a:endParaRPr lang="it-IT" sz="3600" b="1"/>
          </a:p>
        </p:txBody>
      </p:sp>
      <p:sp>
        <p:nvSpPr>
          <p:cNvPr id="9" name="Text Placeholder 4">
            <a:extLst>
              <a:ext uri="{FF2B5EF4-FFF2-40B4-BE49-F238E27FC236}">
                <a16:creationId xmlns:a16="http://schemas.microsoft.com/office/drawing/2014/main" id="{80DAE82D-C544-C3AD-A702-31EB8B785AD4}"/>
              </a:ext>
            </a:extLst>
          </p:cNvPr>
          <p:cNvSpPr txBox="1">
            <a:spLocks/>
          </p:cNvSpPr>
          <p:nvPr/>
        </p:nvSpPr>
        <p:spPr>
          <a:xfrm>
            <a:off x="255639" y="1518470"/>
            <a:ext cx="10524556" cy="607640"/>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Tx/>
              <a:buBlip>
                <a:blip r:embed="rId3"/>
              </a:buBlip>
              <a:defRPr sz="2800" b="0" i="0" kern="1200">
                <a:solidFill>
                  <a:schemeClr val="tx1"/>
                </a:solidFill>
                <a:latin typeface="EC Square Sans Pro" panose="020B05060400000200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Tx/>
              <a:buBlip>
                <a:blip r:embed="rId3"/>
              </a:buBlip>
              <a:defRPr sz="2400" b="0" i="0" kern="1200">
                <a:solidFill>
                  <a:schemeClr val="tx1"/>
                </a:solidFill>
                <a:latin typeface="EC Square Sans Pro" panose="020B05060400000200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Tx/>
              <a:buBlip>
                <a:blip r:embed="rId3"/>
              </a:buBlip>
              <a:defRPr sz="2000" b="0" i="0" kern="1200">
                <a:solidFill>
                  <a:schemeClr val="tx1"/>
                </a:solidFill>
                <a:latin typeface="EC Square Sans Pro" panose="020B05060400000200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Tx/>
              <a:buBlip>
                <a:blip r:embed="rId3"/>
              </a:buBlip>
              <a:defRPr sz="1800" b="0" i="0" kern="1200">
                <a:solidFill>
                  <a:schemeClr val="tx1"/>
                </a:solidFill>
                <a:latin typeface="EC Square Sans Pro" panose="020B05060400000200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Tx/>
              <a:buBlip>
                <a:blip r:embed="rId3"/>
              </a:buBlip>
              <a:defRPr sz="1800" b="0" i="0" kern="1200">
                <a:solidFill>
                  <a:schemeClr val="tx1"/>
                </a:solidFill>
                <a:latin typeface="EC Square Sans Pro" panose="020B05060400000200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a:t>Climate and weather simulations powered by extreme-scale computing</a:t>
            </a:r>
            <a:endParaRPr lang="it-IT" sz="1600" b="1"/>
          </a:p>
        </p:txBody>
      </p:sp>
      <p:pic>
        <p:nvPicPr>
          <p:cNvPr id="8" name="Picture 2" descr="Destination Earth: il progetto europeo per realizzare un digital twin della  Terra - Industria Italiana">
            <a:extLst>
              <a:ext uri="{FF2B5EF4-FFF2-40B4-BE49-F238E27FC236}">
                <a16:creationId xmlns:a16="http://schemas.microsoft.com/office/drawing/2014/main" id="{23EB547E-2F87-B5CE-26FF-B8444ADC60AA}"/>
              </a:ext>
            </a:extLst>
          </p:cNvPr>
          <p:cNvPicPr>
            <a:picLocks noChangeAspect="1" noChangeArrowheads="1"/>
          </p:cNvPicPr>
          <p:nvPr/>
        </p:nvPicPr>
        <p:blipFill rotWithShape="1">
          <a:blip r:embed="rId4">
            <a:clrChange>
              <a:clrFrom>
                <a:srgbClr val="E6E6E6"/>
              </a:clrFrom>
              <a:clrTo>
                <a:srgbClr val="E6E6E6">
                  <a:alpha val="0"/>
                </a:srgbClr>
              </a:clrTo>
            </a:clrChange>
            <a:extLst>
              <a:ext uri="{BEBA8EAE-BF5A-486C-A8C5-ECC9F3942E4B}">
                <a14:imgProps xmlns:a14="http://schemas.microsoft.com/office/drawing/2010/main">
                  <a14:imgLayer r:embed="rId5">
                    <a14:imgEffect>
                      <a14:brightnessContrast bright="-20000" contrast="40000"/>
                    </a14:imgEffect>
                  </a14:imgLayer>
                </a14:imgProps>
              </a:ext>
              <a:ext uri="{28A0092B-C50C-407E-A947-70E740481C1C}">
                <a14:useLocalDpi xmlns:a14="http://schemas.microsoft.com/office/drawing/2010/main" val="0"/>
              </a:ext>
            </a:extLst>
          </a:blip>
          <a:srcRect l="10944" t="8119" r="3076" b="8119"/>
          <a:stretch/>
        </p:blipFill>
        <p:spPr bwMode="auto">
          <a:xfrm>
            <a:off x="6479821" y="2028984"/>
            <a:ext cx="5571067" cy="3994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365549"/>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66B8A25-4B52-01A7-8477-C89A6CB6D395}"/>
              </a:ext>
            </a:extLst>
          </p:cNvPr>
          <p:cNvSpPr>
            <a:spLocks noGrp="1"/>
          </p:cNvSpPr>
          <p:nvPr>
            <p:ph type="ftr" sz="quarter" idx="11"/>
          </p:nvPr>
        </p:nvSpPr>
        <p:spPr/>
        <p:txBody>
          <a:bodyPr/>
          <a:lstStyle/>
          <a:p>
            <a:endParaRPr lang="it-IT"/>
          </a:p>
        </p:txBody>
      </p:sp>
      <p:sp>
        <p:nvSpPr>
          <p:cNvPr id="4" name="Slide Number Placeholder 3">
            <a:extLst>
              <a:ext uri="{FF2B5EF4-FFF2-40B4-BE49-F238E27FC236}">
                <a16:creationId xmlns:a16="http://schemas.microsoft.com/office/drawing/2014/main" id="{76ECB172-6808-AAB2-11C8-AB3FF39C987B}"/>
              </a:ext>
            </a:extLst>
          </p:cNvPr>
          <p:cNvSpPr>
            <a:spLocks noGrp="1"/>
          </p:cNvSpPr>
          <p:nvPr>
            <p:ph type="sldNum" sz="quarter" idx="12"/>
          </p:nvPr>
        </p:nvSpPr>
        <p:spPr/>
        <p:txBody>
          <a:bodyPr/>
          <a:lstStyle/>
          <a:p>
            <a:fld id="{2142E07A-D544-5D47-8EE2-FB691007F03E}" type="slidenum">
              <a:rPr lang="it-IT" smtClean="0"/>
              <a:t>6</a:t>
            </a:fld>
            <a:endParaRPr lang="it-IT"/>
          </a:p>
        </p:txBody>
      </p:sp>
      <p:sp>
        <p:nvSpPr>
          <p:cNvPr id="5" name="Title 4">
            <a:extLst>
              <a:ext uri="{FF2B5EF4-FFF2-40B4-BE49-F238E27FC236}">
                <a16:creationId xmlns:a16="http://schemas.microsoft.com/office/drawing/2014/main" id="{E2DA51AF-4D7F-6DAD-1D98-1483BEB3EC76}"/>
              </a:ext>
            </a:extLst>
          </p:cNvPr>
          <p:cNvSpPr>
            <a:spLocks noGrp="1"/>
          </p:cNvSpPr>
          <p:nvPr>
            <p:ph type="title"/>
          </p:nvPr>
        </p:nvSpPr>
        <p:spPr/>
        <p:txBody>
          <a:bodyPr/>
          <a:lstStyle/>
          <a:p>
            <a:r>
              <a:rPr lang="it-IT"/>
              <a:t> </a:t>
            </a:r>
          </a:p>
        </p:txBody>
      </p:sp>
      <p:sp>
        <p:nvSpPr>
          <p:cNvPr id="7" name="Text Placeholder 4">
            <a:extLst>
              <a:ext uri="{FF2B5EF4-FFF2-40B4-BE49-F238E27FC236}">
                <a16:creationId xmlns:a16="http://schemas.microsoft.com/office/drawing/2014/main" id="{DD9C5202-D548-E0EA-2C9D-E1FC95356664}"/>
              </a:ext>
            </a:extLst>
          </p:cNvPr>
          <p:cNvSpPr txBox="1">
            <a:spLocks/>
          </p:cNvSpPr>
          <p:nvPr/>
        </p:nvSpPr>
        <p:spPr>
          <a:xfrm>
            <a:off x="255639" y="1280918"/>
            <a:ext cx="8820628" cy="607640"/>
          </a:xfrm>
          <a:prstGeom prst="rect">
            <a:avLst/>
          </a:prstGeom>
          <a:noFill/>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Tx/>
              <a:buBlip>
                <a:blip r:embed="rId3"/>
              </a:buBlip>
              <a:defRPr sz="2800" b="0" i="0" kern="1200">
                <a:solidFill>
                  <a:schemeClr val="tx1"/>
                </a:solidFill>
                <a:latin typeface="EC Square Sans Pro" panose="020B05060400000200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Tx/>
              <a:buBlip>
                <a:blip r:embed="rId3"/>
              </a:buBlip>
              <a:defRPr sz="2400" b="0" i="0" kern="1200">
                <a:solidFill>
                  <a:schemeClr val="tx1"/>
                </a:solidFill>
                <a:latin typeface="EC Square Sans Pro" panose="020B05060400000200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Tx/>
              <a:buBlip>
                <a:blip r:embed="rId3"/>
              </a:buBlip>
              <a:defRPr sz="2000" b="0" i="0" kern="1200">
                <a:solidFill>
                  <a:schemeClr val="tx1"/>
                </a:solidFill>
                <a:latin typeface="EC Square Sans Pro" panose="020B05060400000200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Tx/>
              <a:buBlip>
                <a:blip r:embed="rId3"/>
              </a:buBlip>
              <a:defRPr sz="1800" b="0" i="0" kern="1200">
                <a:solidFill>
                  <a:schemeClr val="tx1"/>
                </a:solidFill>
                <a:latin typeface="EC Square Sans Pro" panose="020B05060400000200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Tx/>
              <a:buBlip>
                <a:blip r:embed="rId3"/>
              </a:buBlip>
              <a:defRPr sz="1800" b="0" i="0" kern="1200">
                <a:solidFill>
                  <a:schemeClr val="tx1"/>
                </a:solidFill>
                <a:latin typeface="EC Square Sans Pro" panose="020B05060400000200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5400" b="1"/>
              <a:t>How they interact</a:t>
            </a:r>
            <a:endParaRPr lang="it-IT" sz="3600" b="1"/>
          </a:p>
        </p:txBody>
      </p:sp>
      <p:pic>
        <p:nvPicPr>
          <p:cNvPr id="6" name="Picture 5" descr="A diagram of a rocket&#10;&#10;Description automatically generated">
            <a:extLst>
              <a:ext uri="{FF2B5EF4-FFF2-40B4-BE49-F238E27FC236}">
                <a16:creationId xmlns:a16="http://schemas.microsoft.com/office/drawing/2014/main" id="{91F16854-C369-72AA-B81B-573053A62C34}"/>
              </a:ext>
            </a:extLst>
          </p:cNvPr>
          <p:cNvPicPr>
            <a:picLocks noChangeAspect="1"/>
          </p:cNvPicPr>
          <p:nvPr/>
        </p:nvPicPr>
        <p:blipFill>
          <a:blip r:embed="rId4"/>
          <a:stretch>
            <a:fillRect/>
          </a:stretch>
        </p:blipFill>
        <p:spPr>
          <a:xfrm>
            <a:off x="1868986" y="977420"/>
            <a:ext cx="8459164" cy="4900655"/>
          </a:xfrm>
          <a:prstGeom prst="rect">
            <a:avLst/>
          </a:prstGeom>
        </p:spPr>
      </p:pic>
    </p:spTree>
    <p:extLst>
      <p:ext uri="{BB962C8B-B14F-4D97-AF65-F5344CB8AC3E}">
        <p14:creationId xmlns:p14="http://schemas.microsoft.com/office/powerpoint/2010/main" val="617756719"/>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66B8A25-4B52-01A7-8477-C89A6CB6D395}"/>
              </a:ext>
            </a:extLst>
          </p:cNvPr>
          <p:cNvSpPr>
            <a:spLocks noGrp="1"/>
          </p:cNvSpPr>
          <p:nvPr>
            <p:ph type="ftr" sz="quarter" idx="11"/>
          </p:nvPr>
        </p:nvSpPr>
        <p:spPr/>
        <p:txBody>
          <a:bodyPr/>
          <a:lstStyle/>
          <a:p>
            <a:endParaRPr lang="it-IT"/>
          </a:p>
        </p:txBody>
      </p:sp>
      <p:sp>
        <p:nvSpPr>
          <p:cNvPr id="4" name="Slide Number Placeholder 3">
            <a:extLst>
              <a:ext uri="{FF2B5EF4-FFF2-40B4-BE49-F238E27FC236}">
                <a16:creationId xmlns:a16="http://schemas.microsoft.com/office/drawing/2014/main" id="{76ECB172-6808-AAB2-11C8-AB3FF39C987B}"/>
              </a:ext>
            </a:extLst>
          </p:cNvPr>
          <p:cNvSpPr>
            <a:spLocks noGrp="1"/>
          </p:cNvSpPr>
          <p:nvPr>
            <p:ph type="sldNum" sz="quarter" idx="12"/>
          </p:nvPr>
        </p:nvSpPr>
        <p:spPr/>
        <p:txBody>
          <a:bodyPr/>
          <a:lstStyle/>
          <a:p>
            <a:fld id="{2142E07A-D544-5D47-8EE2-FB691007F03E}" type="slidenum">
              <a:rPr lang="it-IT" smtClean="0"/>
              <a:t>7</a:t>
            </a:fld>
            <a:endParaRPr lang="it-IT"/>
          </a:p>
        </p:txBody>
      </p:sp>
      <p:sp>
        <p:nvSpPr>
          <p:cNvPr id="5" name="Title 4">
            <a:extLst>
              <a:ext uri="{FF2B5EF4-FFF2-40B4-BE49-F238E27FC236}">
                <a16:creationId xmlns:a16="http://schemas.microsoft.com/office/drawing/2014/main" id="{E2DA51AF-4D7F-6DAD-1D98-1483BEB3EC76}"/>
              </a:ext>
            </a:extLst>
          </p:cNvPr>
          <p:cNvSpPr>
            <a:spLocks noGrp="1"/>
          </p:cNvSpPr>
          <p:nvPr>
            <p:ph type="title"/>
          </p:nvPr>
        </p:nvSpPr>
        <p:spPr/>
        <p:txBody>
          <a:bodyPr/>
          <a:lstStyle/>
          <a:p>
            <a:r>
              <a:rPr lang="it-IT"/>
              <a:t> </a:t>
            </a:r>
          </a:p>
        </p:txBody>
      </p:sp>
      <p:sp>
        <p:nvSpPr>
          <p:cNvPr id="7" name="Text Placeholder 4">
            <a:extLst>
              <a:ext uri="{FF2B5EF4-FFF2-40B4-BE49-F238E27FC236}">
                <a16:creationId xmlns:a16="http://schemas.microsoft.com/office/drawing/2014/main" id="{DD9C5202-D548-E0EA-2C9D-E1FC95356664}"/>
              </a:ext>
            </a:extLst>
          </p:cNvPr>
          <p:cNvSpPr txBox="1">
            <a:spLocks/>
          </p:cNvSpPr>
          <p:nvPr/>
        </p:nvSpPr>
        <p:spPr>
          <a:xfrm>
            <a:off x="255639" y="1049127"/>
            <a:ext cx="8820628" cy="607640"/>
          </a:xfrm>
          <a:prstGeom prst="rect">
            <a:avLst/>
          </a:prstGeom>
          <a:noFill/>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Tx/>
              <a:buBlip>
                <a:blip r:embed="rId3"/>
              </a:buBlip>
              <a:defRPr sz="2800" b="0" i="0" kern="1200">
                <a:solidFill>
                  <a:schemeClr val="tx1"/>
                </a:solidFill>
                <a:latin typeface="EC Square Sans Pro" panose="020B05060400000200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Tx/>
              <a:buBlip>
                <a:blip r:embed="rId3"/>
              </a:buBlip>
              <a:defRPr sz="2400" b="0" i="0" kern="1200">
                <a:solidFill>
                  <a:schemeClr val="tx1"/>
                </a:solidFill>
                <a:latin typeface="EC Square Sans Pro" panose="020B05060400000200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Tx/>
              <a:buBlip>
                <a:blip r:embed="rId3"/>
              </a:buBlip>
              <a:defRPr sz="2000" b="0" i="0" kern="1200">
                <a:solidFill>
                  <a:schemeClr val="tx1"/>
                </a:solidFill>
                <a:latin typeface="EC Square Sans Pro" panose="020B05060400000200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Tx/>
              <a:buBlip>
                <a:blip r:embed="rId3"/>
              </a:buBlip>
              <a:defRPr sz="1800" b="0" i="0" kern="1200">
                <a:solidFill>
                  <a:schemeClr val="tx1"/>
                </a:solidFill>
                <a:latin typeface="EC Square Sans Pro" panose="020B05060400000200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Tx/>
              <a:buBlip>
                <a:blip r:embed="rId3"/>
              </a:buBlip>
              <a:defRPr sz="1800" b="0" i="0" kern="1200">
                <a:solidFill>
                  <a:schemeClr val="tx1"/>
                </a:solidFill>
                <a:latin typeface="EC Square Sans Pro" panose="020B05060400000200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5400" b="1"/>
              <a:t>Timeline</a:t>
            </a:r>
            <a:endParaRPr lang="it-IT" sz="3600" b="1"/>
          </a:p>
        </p:txBody>
      </p:sp>
      <p:graphicFrame>
        <p:nvGraphicFramePr>
          <p:cNvPr id="9" name="Table 19">
            <a:extLst>
              <a:ext uri="{FF2B5EF4-FFF2-40B4-BE49-F238E27FC236}">
                <a16:creationId xmlns:a16="http://schemas.microsoft.com/office/drawing/2014/main" id="{EC708551-ECCA-57D8-FD85-A9D6FCF98B26}"/>
              </a:ext>
            </a:extLst>
          </p:cNvPr>
          <p:cNvGraphicFramePr>
            <a:graphicFrameLocks noGrp="1"/>
          </p:cNvGraphicFramePr>
          <p:nvPr>
            <p:extLst>
              <p:ext uri="{D42A27DB-BD31-4B8C-83A1-F6EECF244321}">
                <p14:modId xmlns:p14="http://schemas.microsoft.com/office/powerpoint/2010/main" val="3063283200"/>
              </p:ext>
            </p:extLst>
          </p:nvPr>
        </p:nvGraphicFramePr>
        <p:xfrm>
          <a:off x="623300" y="3997122"/>
          <a:ext cx="10945400" cy="2072640"/>
        </p:xfrm>
        <a:graphic>
          <a:graphicData uri="http://schemas.openxmlformats.org/drawingml/2006/table">
            <a:tbl>
              <a:tblPr bandRow="1">
                <a:tableStyleId>{5940675A-B579-460E-94D1-54222C63F5DA}</a:tableStyleId>
              </a:tblPr>
              <a:tblGrid>
                <a:gridCol w="2189080">
                  <a:extLst>
                    <a:ext uri="{9D8B030D-6E8A-4147-A177-3AD203B41FA5}">
                      <a16:colId xmlns:a16="http://schemas.microsoft.com/office/drawing/2014/main" val="1586788760"/>
                    </a:ext>
                  </a:extLst>
                </a:gridCol>
                <a:gridCol w="2189080">
                  <a:extLst>
                    <a:ext uri="{9D8B030D-6E8A-4147-A177-3AD203B41FA5}">
                      <a16:colId xmlns:a16="http://schemas.microsoft.com/office/drawing/2014/main" val="2904721126"/>
                    </a:ext>
                  </a:extLst>
                </a:gridCol>
                <a:gridCol w="2189080">
                  <a:extLst>
                    <a:ext uri="{9D8B030D-6E8A-4147-A177-3AD203B41FA5}">
                      <a16:colId xmlns:a16="http://schemas.microsoft.com/office/drawing/2014/main" val="532770854"/>
                    </a:ext>
                  </a:extLst>
                </a:gridCol>
                <a:gridCol w="2189080">
                  <a:extLst>
                    <a:ext uri="{9D8B030D-6E8A-4147-A177-3AD203B41FA5}">
                      <a16:colId xmlns:a16="http://schemas.microsoft.com/office/drawing/2014/main" val="700735395"/>
                    </a:ext>
                  </a:extLst>
                </a:gridCol>
                <a:gridCol w="2189080">
                  <a:extLst>
                    <a:ext uri="{9D8B030D-6E8A-4147-A177-3AD203B41FA5}">
                      <a16:colId xmlns:a16="http://schemas.microsoft.com/office/drawing/2014/main" val="1670639190"/>
                    </a:ext>
                  </a:extLst>
                </a:gridCol>
              </a:tblGrid>
              <a:tr h="370840">
                <a:tc>
                  <a:txBody>
                    <a:bodyPr/>
                    <a:lstStyle/>
                    <a:p>
                      <a:pPr algn="ctr"/>
                      <a:r>
                        <a:rPr lang="en-US" sz="1000" b="1" dirty="0">
                          <a:latin typeface="EC Square Sans Pro"/>
                        </a:rPr>
                        <a:t>OFFICIAL LAUNCH</a:t>
                      </a:r>
                    </a:p>
                    <a:p>
                      <a:pPr algn="ctr"/>
                      <a:r>
                        <a:rPr lang="en-US" sz="1000" dirty="0">
                          <a:latin typeface="EC Square Sans Pro"/>
                        </a:rPr>
                        <a:t>2022</a:t>
                      </a:r>
                    </a:p>
                    <a:p>
                      <a:pPr algn="ctr"/>
                      <a:endParaRPr lang="en-US" sz="1000">
                        <a:latin typeface="EC Square Sans Pro" panose="020B0506040000020004" pitchFamily="34" charset="0"/>
                      </a:endParaRPr>
                    </a:p>
                    <a:p>
                      <a:pPr algn="ctr"/>
                      <a:r>
                        <a:rPr lang="en-US" sz="1000" dirty="0">
                          <a:latin typeface="EC Square Sans Pro"/>
                        </a:rPr>
                        <a:t>Official launch event of the initiative following the signing of the Contribution Agreements earlier in 2021.</a:t>
                      </a:r>
                      <a:endParaRPr lang="en-GB" sz="1000" dirty="0">
                        <a:latin typeface="EC Square Sans Pro"/>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000" b="1" dirty="0">
                          <a:latin typeface="EC Square Sans Pro"/>
                        </a:rPr>
                        <a:t>DEVELOPMENT</a:t>
                      </a:r>
                    </a:p>
                    <a:p>
                      <a:pPr algn="ctr"/>
                      <a:r>
                        <a:rPr lang="en-US" sz="1000" dirty="0">
                          <a:latin typeface="EC Square Sans Pro"/>
                        </a:rPr>
                        <a:t>By 2023</a:t>
                      </a:r>
                    </a:p>
                    <a:p>
                      <a:pPr algn="ctr"/>
                      <a:endParaRPr lang="en-US" sz="1000">
                        <a:latin typeface="EC Square Sans Pro" panose="020B0506040000020004" pitchFamily="34" charset="0"/>
                      </a:endParaRPr>
                    </a:p>
                    <a:p>
                      <a:pPr algn="ctr"/>
                      <a:r>
                        <a:rPr lang="en-US" sz="1000" dirty="0">
                          <a:latin typeface="EC Square Sans Pro"/>
                        </a:rPr>
                        <a:t>Development of the main components begins.</a:t>
                      </a:r>
                      <a:endParaRPr lang="en-GB" sz="1000" dirty="0">
                        <a:latin typeface="EC Square Sans Pro"/>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000" b="1" dirty="0">
                          <a:latin typeface="EC Square Sans Pro"/>
                        </a:rPr>
                        <a:t>IMPLEMENTATION</a:t>
                      </a:r>
                    </a:p>
                    <a:p>
                      <a:pPr algn="ctr"/>
                      <a:r>
                        <a:rPr lang="en-US" sz="1000" dirty="0">
                          <a:latin typeface="EC Square Sans Pro"/>
                        </a:rPr>
                        <a:t>By 2024</a:t>
                      </a:r>
                    </a:p>
                    <a:p>
                      <a:pPr algn="ctr"/>
                      <a:endParaRPr lang="en-US" sz="1000">
                        <a:latin typeface="EC Square Sans Pro" panose="020B0506040000020004" pitchFamily="34" charset="0"/>
                      </a:endParaRPr>
                    </a:p>
                    <a:p>
                      <a:pPr algn="ctr"/>
                      <a:r>
                        <a:rPr lang="en-US" sz="1000" dirty="0">
                          <a:latin typeface="EC Square Sans Pro"/>
                        </a:rPr>
                        <a:t>All the components of the system (Core Service Platform, Data Lake, Digital Twin Engine, first two digital twins) have been developed. The Core Service Platform and Data Lake will be transferred into operation. Demonstration of the first two digital twins on Weather-Induced Extremes and Climate Change Adaptation and the open core platform.</a:t>
                      </a:r>
                      <a:endParaRPr lang="en-GB" sz="1000" dirty="0">
                        <a:latin typeface="EC Square Sans Pro"/>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000" b="1" dirty="0">
                          <a:latin typeface="EC Square Sans Pro"/>
                        </a:rPr>
                        <a:t>ENHANCEMENT</a:t>
                      </a:r>
                    </a:p>
                    <a:p>
                      <a:pPr algn="ctr"/>
                      <a:r>
                        <a:rPr lang="en-US" sz="1000" dirty="0">
                          <a:latin typeface="EC Square Sans Pro"/>
                        </a:rPr>
                        <a:t>By 2026</a:t>
                      </a:r>
                    </a:p>
                    <a:p>
                      <a:pPr algn="ctr"/>
                      <a:endParaRPr lang="en-US" sz="1000">
                        <a:latin typeface="EC Square Sans Pro" panose="020B0506040000020004" pitchFamily="34" charset="0"/>
                      </a:endParaRPr>
                    </a:p>
                    <a:p>
                      <a:pPr algn="ctr"/>
                      <a:r>
                        <a:rPr lang="en-US" sz="1000" dirty="0">
                          <a:latin typeface="EC Square Sans Pro"/>
                        </a:rPr>
                        <a:t>Further enhancement of the </a:t>
                      </a:r>
                      <a:r>
                        <a:rPr lang="en-US" sz="1000" dirty="0" err="1">
                          <a:latin typeface="EC Square Sans Pro"/>
                        </a:rPr>
                        <a:t>DestinE</a:t>
                      </a:r>
                      <a:r>
                        <a:rPr lang="en-US" sz="1000" dirty="0">
                          <a:latin typeface="EC Square Sans Pro"/>
                        </a:rPr>
                        <a:t> system and integration of additional digital twins and related services.</a:t>
                      </a:r>
                      <a:endParaRPr lang="en-GB" sz="1000" dirty="0">
                        <a:latin typeface="EC Square Sans Pro"/>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000" b="1" dirty="0">
                          <a:latin typeface="EC Square Sans Pro"/>
                        </a:rPr>
                        <a:t>FULL EARTH REPLICA</a:t>
                      </a:r>
                    </a:p>
                    <a:p>
                      <a:pPr algn="ctr"/>
                      <a:r>
                        <a:rPr lang="en-US" sz="1000" dirty="0">
                          <a:latin typeface="EC Square Sans Pro"/>
                        </a:rPr>
                        <a:t>By 2030</a:t>
                      </a:r>
                    </a:p>
                    <a:p>
                      <a:pPr algn="ctr"/>
                      <a:endParaRPr lang="en-US" sz="1000">
                        <a:latin typeface="EC Square Sans Pro" panose="020B0506040000020004" pitchFamily="34" charset="0"/>
                      </a:endParaRPr>
                    </a:p>
                    <a:p>
                      <a:pPr lvl="0" algn="ctr">
                        <a:buNone/>
                      </a:pPr>
                      <a:r>
                        <a:rPr lang="en-US" sz="1000" b="0" i="0" u="none" strike="noStrike" noProof="0" dirty="0"/>
                        <a:t>Several thematic digital twins of the Earth-system are developed.</a:t>
                      </a:r>
                      <a:endParaRPr lang="en-GB"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48797788"/>
                  </a:ext>
                </a:extLst>
              </a:tr>
            </a:tbl>
          </a:graphicData>
        </a:graphic>
      </p:graphicFrame>
      <p:pic>
        <p:nvPicPr>
          <p:cNvPr id="10" name="Picture 9">
            <a:extLst>
              <a:ext uri="{FF2B5EF4-FFF2-40B4-BE49-F238E27FC236}">
                <a16:creationId xmlns:a16="http://schemas.microsoft.com/office/drawing/2014/main" id="{E491FBCC-0D90-468A-0393-F3DC2786FE43}"/>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9510594" y="1815782"/>
            <a:ext cx="1986038" cy="1969138"/>
          </a:xfrm>
          <a:prstGeom prst="rect">
            <a:avLst/>
          </a:prstGeom>
        </p:spPr>
      </p:pic>
      <p:pic>
        <p:nvPicPr>
          <p:cNvPr id="11" name="Picture 10">
            <a:extLst>
              <a:ext uri="{FF2B5EF4-FFF2-40B4-BE49-F238E27FC236}">
                <a16:creationId xmlns:a16="http://schemas.microsoft.com/office/drawing/2014/main" id="{22445640-70EF-2DDB-AEE6-9132FD026C94}"/>
              </a:ext>
            </a:extLst>
          </p:cNvPr>
          <p:cNvPicPr>
            <a:picLocks noChangeAspect="1"/>
          </p:cNvPicPr>
          <p:nvPr/>
        </p:nvPicPr>
        <p:blipFill>
          <a:blip r:embed="rId6"/>
          <a:stretch>
            <a:fillRect/>
          </a:stretch>
        </p:blipFill>
        <p:spPr>
          <a:xfrm>
            <a:off x="7268356" y="1815782"/>
            <a:ext cx="2097534" cy="1974150"/>
          </a:xfrm>
          <a:prstGeom prst="rect">
            <a:avLst/>
          </a:prstGeom>
        </p:spPr>
      </p:pic>
      <p:pic>
        <p:nvPicPr>
          <p:cNvPr id="12" name="Picture 11">
            <a:extLst>
              <a:ext uri="{FF2B5EF4-FFF2-40B4-BE49-F238E27FC236}">
                <a16:creationId xmlns:a16="http://schemas.microsoft.com/office/drawing/2014/main" id="{E1503C7D-B603-1B6F-B52E-2A00FC997A09}"/>
              </a:ext>
            </a:extLst>
          </p:cNvPr>
          <p:cNvPicPr>
            <a:picLocks noChangeAspect="1"/>
          </p:cNvPicPr>
          <p:nvPr/>
        </p:nvPicPr>
        <p:blipFill>
          <a:blip r:embed="rId7"/>
          <a:stretch>
            <a:fillRect/>
          </a:stretch>
        </p:blipFill>
        <p:spPr>
          <a:xfrm>
            <a:off x="5009118" y="1815783"/>
            <a:ext cx="2114534" cy="1974150"/>
          </a:xfrm>
          <a:prstGeom prst="rect">
            <a:avLst/>
          </a:prstGeom>
        </p:spPr>
      </p:pic>
      <p:pic>
        <p:nvPicPr>
          <p:cNvPr id="13" name="Picture 12">
            <a:extLst>
              <a:ext uri="{FF2B5EF4-FFF2-40B4-BE49-F238E27FC236}">
                <a16:creationId xmlns:a16="http://schemas.microsoft.com/office/drawing/2014/main" id="{BB8B375B-2DD0-3D99-7EAD-3C75CD0458C0}"/>
              </a:ext>
            </a:extLst>
          </p:cNvPr>
          <p:cNvPicPr>
            <a:picLocks noChangeAspect="1"/>
          </p:cNvPicPr>
          <p:nvPr/>
        </p:nvPicPr>
        <p:blipFill>
          <a:blip r:embed="rId8"/>
          <a:stretch>
            <a:fillRect/>
          </a:stretch>
        </p:blipFill>
        <p:spPr>
          <a:xfrm>
            <a:off x="2864626" y="1815783"/>
            <a:ext cx="1999788" cy="1974150"/>
          </a:xfrm>
          <a:prstGeom prst="rect">
            <a:avLst/>
          </a:prstGeom>
        </p:spPr>
      </p:pic>
      <p:pic>
        <p:nvPicPr>
          <p:cNvPr id="14" name="Picture 13">
            <a:extLst>
              <a:ext uri="{FF2B5EF4-FFF2-40B4-BE49-F238E27FC236}">
                <a16:creationId xmlns:a16="http://schemas.microsoft.com/office/drawing/2014/main" id="{E89E3DA7-39E1-BDEF-CD59-4AD79EC431F3}"/>
              </a:ext>
            </a:extLst>
          </p:cNvPr>
          <p:cNvPicPr>
            <a:picLocks noChangeAspect="1"/>
          </p:cNvPicPr>
          <p:nvPr/>
        </p:nvPicPr>
        <p:blipFill>
          <a:blip r:embed="rId9"/>
          <a:stretch>
            <a:fillRect/>
          </a:stretch>
        </p:blipFill>
        <p:spPr>
          <a:xfrm>
            <a:off x="695368" y="1815782"/>
            <a:ext cx="2024554" cy="1974150"/>
          </a:xfrm>
          <a:prstGeom prst="rect">
            <a:avLst/>
          </a:prstGeom>
        </p:spPr>
      </p:pic>
    </p:spTree>
    <p:extLst>
      <p:ext uri="{BB962C8B-B14F-4D97-AF65-F5344CB8AC3E}">
        <p14:creationId xmlns:p14="http://schemas.microsoft.com/office/powerpoint/2010/main" val="933577419"/>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2CD392F-E696-6ED7-B217-CFA7C68BA924}"/>
              </a:ext>
            </a:extLst>
          </p:cNvPr>
          <p:cNvSpPr>
            <a:spLocks noGrp="1"/>
          </p:cNvSpPr>
          <p:nvPr>
            <p:ph idx="1"/>
          </p:nvPr>
        </p:nvSpPr>
        <p:spPr>
          <a:xfrm>
            <a:off x="255639" y="2122317"/>
            <a:ext cx="10717161" cy="4054645"/>
          </a:xfrm>
        </p:spPr>
        <p:txBody>
          <a:bodyPr>
            <a:normAutofit/>
          </a:bodyPr>
          <a:lstStyle/>
          <a:p>
            <a:pPr marL="0" indent="0">
              <a:buNone/>
            </a:pPr>
            <a:r>
              <a:rPr lang="en-US" sz="2400"/>
              <a:t>Visit </a:t>
            </a:r>
            <a:r>
              <a:rPr lang="en-US" sz="2400">
                <a:hlinkClick r:id="rId2"/>
              </a:rPr>
              <a:t>www.destination-earth.eu</a:t>
            </a:r>
            <a:r>
              <a:rPr lang="en-US" sz="2400"/>
              <a:t> to keep up-to-date with the latest developments and join the community and receive updates on:</a:t>
            </a:r>
          </a:p>
          <a:p>
            <a:r>
              <a:rPr lang="en-US" sz="2400" b="1" err="1"/>
              <a:t>DestinE</a:t>
            </a:r>
            <a:r>
              <a:rPr lang="en-US" sz="2400" b="1"/>
              <a:t> User </a:t>
            </a:r>
            <a:r>
              <a:rPr lang="en-US" sz="2400" b="1" err="1"/>
              <a:t>eXchange</a:t>
            </a:r>
            <a:r>
              <a:rPr lang="en-US" sz="2400"/>
              <a:t>: Bi-annual gathering for the </a:t>
            </a:r>
            <a:r>
              <a:rPr lang="en-US" sz="2400" err="1"/>
              <a:t>DestinE</a:t>
            </a:r>
            <a:r>
              <a:rPr lang="en-US" sz="2400"/>
              <a:t> community.</a:t>
            </a:r>
          </a:p>
          <a:p>
            <a:r>
              <a:rPr lang="en-US" sz="2400" b="1"/>
              <a:t>Webinars</a:t>
            </a:r>
            <a:r>
              <a:rPr lang="en-US" sz="2400"/>
              <a:t>: Learn about specific developments and opportunities directly from the developers of </a:t>
            </a:r>
            <a:r>
              <a:rPr lang="en-US" sz="2400" err="1"/>
              <a:t>DestinE</a:t>
            </a:r>
            <a:r>
              <a:rPr lang="en-US" sz="2400"/>
              <a:t>.</a:t>
            </a:r>
          </a:p>
          <a:p>
            <a:r>
              <a:rPr lang="en-US" sz="2400" b="1"/>
              <a:t>Requirements gathering opportunities</a:t>
            </a:r>
            <a:r>
              <a:rPr lang="en-US" sz="2400"/>
              <a:t>: Participate to surveys, hackathons and consultations that can influence the development direction of </a:t>
            </a:r>
            <a:r>
              <a:rPr lang="en-US" sz="2400" err="1"/>
              <a:t>DestinE</a:t>
            </a:r>
            <a:r>
              <a:rPr lang="en-US" sz="2400"/>
              <a:t>.</a:t>
            </a:r>
          </a:p>
          <a:p>
            <a:r>
              <a:rPr lang="en-US" sz="2400" b="1"/>
              <a:t>Procurements</a:t>
            </a:r>
            <a:r>
              <a:rPr lang="en-US" sz="2400"/>
              <a:t>: Get directly involved in implementing </a:t>
            </a:r>
            <a:r>
              <a:rPr lang="en-US" sz="2400" err="1"/>
              <a:t>DestinE</a:t>
            </a:r>
            <a:r>
              <a:rPr lang="en-US" sz="2400"/>
              <a:t> components, use cases or services.</a:t>
            </a:r>
            <a:endParaRPr lang="en-GB" sz="2400"/>
          </a:p>
        </p:txBody>
      </p:sp>
      <p:sp>
        <p:nvSpPr>
          <p:cNvPr id="3" name="Footer Placeholder 2">
            <a:extLst>
              <a:ext uri="{FF2B5EF4-FFF2-40B4-BE49-F238E27FC236}">
                <a16:creationId xmlns:a16="http://schemas.microsoft.com/office/drawing/2014/main" id="{F66B8A25-4B52-01A7-8477-C89A6CB6D395}"/>
              </a:ext>
            </a:extLst>
          </p:cNvPr>
          <p:cNvSpPr>
            <a:spLocks noGrp="1"/>
          </p:cNvSpPr>
          <p:nvPr>
            <p:ph type="ftr" sz="quarter" idx="11"/>
          </p:nvPr>
        </p:nvSpPr>
        <p:spPr/>
        <p:txBody>
          <a:bodyPr/>
          <a:lstStyle/>
          <a:p>
            <a:endParaRPr lang="it-IT"/>
          </a:p>
        </p:txBody>
      </p:sp>
      <p:sp>
        <p:nvSpPr>
          <p:cNvPr id="4" name="Slide Number Placeholder 3">
            <a:extLst>
              <a:ext uri="{FF2B5EF4-FFF2-40B4-BE49-F238E27FC236}">
                <a16:creationId xmlns:a16="http://schemas.microsoft.com/office/drawing/2014/main" id="{76ECB172-6808-AAB2-11C8-AB3FF39C987B}"/>
              </a:ext>
            </a:extLst>
          </p:cNvPr>
          <p:cNvSpPr>
            <a:spLocks noGrp="1"/>
          </p:cNvSpPr>
          <p:nvPr>
            <p:ph type="sldNum" sz="quarter" idx="12"/>
          </p:nvPr>
        </p:nvSpPr>
        <p:spPr/>
        <p:txBody>
          <a:bodyPr/>
          <a:lstStyle/>
          <a:p>
            <a:fld id="{2142E07A-D544-5D47-8EE2-FB691007F03E}" type="slidenum">
              <a:rPr lang="it-IT" smtClean="0"/>
              <a:t>8</a:t>
            </a:fld>
            <a:endParaRPr lang="it-IT"/>
          </a:p>
        </p:txBody>
      </p:sp>
      <p:sp>
        <p:nvSpPr>
          <p:cNvPr id="5" name="Title 4">
            <a:extLst>
              <a:ext uri="{FF2B5EF4-FFF2-40B4-BE49-F238E27FC236}">
                <a16:creationId xmlns:a16="http://schemas.microsoft.com/office/drawing/2014/main" id="{E2DA51AF-4D7F-6DAD-1D98-1483BEB3EC76}"/>
              </a:ext>
            </a:extLst>
          </p:cNvPr>
          <p:cNvSpPr>
            <a:spLocks noGrp="1"/>
          </p:cNvSpPr>
          <p:nvPr>
            <p:ph type="title"/>
          </p:nvPr>
        </p:nvSpPr>
        <p:spPr/>
        <p:txBody>
          <a:bodyPr/>
          <a:lstStyle/>
          <a:p>
            <a:r>
              <a:rPr lang="it-IT"/>
              <a:t> </a:t>
            </a:r>
          </a:p>
        </p:txBody>
      </p:sp>
      <p:sp>
        <p:nvSpPr>
          <p:cNvPr id="7" name="Text Placeholder 4">
            <a:extLst>
              <a:ext uri="{FF2B5EF4-FFF2-40B4-BE49-F238E27FC236}">
                <a16:creationId xmlns:a16="http://schemas.microsoft.com/office/drawing/2014/main" id="{DD9C5202-D548-E0EA-2C9D-E1FC95356664}"/>
              </a:ext>
            </a:extLst>
          </p:cNvPr>
          <p:cNvSpPr txBox="1">
            <a:spLocks/>
          </p:cNvSpPr>
          <p:nvPr/>
        </p:nvSpPr>
        <p:spPr>
          <a:xfrm>
            <a:off x="255639" y="1049127"/>
            <a:ext cx="8820628" cy="607640"/>
          </a:xfrm>
          <a:prstGeom prst="rect">
            <a:avLst/>
          </a:prstGeom>
          <a:noFill/>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Tx/>
              <a:buBlip>
                <a:blip r:embed="rId3"/>
              </a:buBlip>
              <a:defRPr sz="2800" b="0" i="0" kern="1200">
                <a:solidFill>
                  <a:schemeClr val="tx1"/>
                </a:solidFill>
                <a:latin typeface="EC Square Sans Pro" panose="020B05060400000200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Tx/>
              <a:buBlip>
                <a:blip r:embed="rId3"/>
              </a:buBlip>
              <a:defRPr sz="2400" b="0" i="0" kern="1200">
                <a:solidFill>
                  <a:schemeClr val="tx1"/>
                </a:solidFill>
                <a:latin typeface="EC Square Sans Pro" panose="020B05060400000200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Tx/>
              <a:buBlip>
                <a:blip r:embed="rId3"/>
              </a:buBlip>
              <a:defRPr sz="2000" b="0" i="0" kern="1200">
                <a:solidFill>
                  <a:schemeClr val="tx1"/>
                </a:solidFill>
                <a:latin typeface="EC Square Sans Pro" panose="020B05060400000200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Tx/>
              <a:buBlip>
                <a:blip r:embed="rId3"/>
              </a:buBlip>
              <a:defRPr sz="1800" b="0" i="0" kern="1200">
                <a:solidFill>
                  <a:schemeClr val="tx1"/>
                </a:solidFill>
                <a:latin typeface="EC Square Sans Pro" panose="020B05060400000200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Tx/>
              <a:buBlip>
                <a:blip r:embed="rId3"/>
              </a:buBlip>
              <a:defRPr sz="1800" b="0" i="0" kern="1200">
                <a:solidFill>
                  <a:schemeClr val="tx1"/>
                </a:solidFill>
                <a:latin typeface="EC Square Sans Pro" panose="020B05060400000200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5400" b="1"/>
              <a:t>Opportunities for involvement</a:t>
            </a:r>
            <a:endParaRPr lang="it-IT" sz="3600" b="1"/>
          </a:p>
        </p:txBody>
      </p:sp>
    </p:spTree>
    <p:extLst>
      <p:ext uri="{BB962C8B-B14F-4D97-AF65-F5344CB8AC3E}">
        <p14:creationId xmlns:p14="http://schemas.microsoft.com/office/powerpoint/2010/main" val="18760925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34108-7E82-2ABB-FB66-C40659B67EEE}"/>
              </a:ext>
            </a:extLst>
          </p:cNvPr>
          <p:cNvSpPr>
            <a:spLocks noGrp="1"/>
          </p:cNvSpPr>
          <p:nvPr>
            <p:ph type="ctrTitle"/>
          </p:nvPr>
        </p:nvSpPr>
        <p:spPr/>
        <p:txBody>
          <a:bodyPr/>
          <a:lstStyle/>
          <a:p>
            <a:r>
              <a:rPr lang="it-IT"/>
              <a:t>Thank </a:t>
            </a:r>
            <a:r>
              <a:rPr lang="it-IT" err="1"/>
              <a:t>you</a:t>
            </a:r>
            <a:r>
              <a:rPr lang="it-IT"/>
              <a:t>!</a:t>
            </a:r>
          </a:p>
        </p:txBody>
      </p:sp>
    </p:spTree>
    <p:extLst>
      <p:ext uri="{BB962C8B-B14F-4D97-AF65-F5344CB8AC3E}">
        <p14:creationId xmlns:p14="http://schemas.microsoft.com/office/powerpoint/2010/main" val="4145097641"/>
      </p:ext>
    </p:extLst>
  </p:cSld>
  <p:clrMapOvr>
    <a:masterClrMapping/>
  </p:clrMapOvr>
</p:sld>
</file>

<file path=ppt/theme/theme1.xml><?xml version="1.0" encoding="utf-8"?>
<a:theme xmlns:a="http://schemas.openxmlformats.org/drawingml/2006/main" name="Standard">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chor="b">
        <a:normAutofit/>
      </a:bodyPr>
      <a:lstStyle>
        <a:defPPr algn="l">
          <a:defRPr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31B0877AE03854480FC574A68B37D74" ma:contentTypeVersion="15" ma:contentTypeDescription="Create a new document." ma:contentTypeScope="" ma:versionID="c95ab7109a75d4831bcd82e6f2f7034c">
  <xsd:schema xmlns:xsd="http://www.w3.org/2001/XMLSchema" xmlns:xs="http://www.w3.org/2001/XMLSchema" xmlns:p="http://schemas.microsoft.com/office/2006/metadata/properties" xmlns:ns2="e52e99af-e22b-4a66-9c8b-20198721f093" xmlns:ns3="1c1e1866-b0c4-4e07-91cc-633d9c28dc39" targetNamespace="http://schemas.microsoft.com/office/2006/metadata/properties" ma:root="true" ma:fieldsID="940c20d75c1a5b00912aefc1a56bf2c3" ns2:_="" ns3:_="">
    <xsd:import namespace="e52e99af-e22b-4a66-9c8b-20198721f093"/>
    <xsd:import namespace="1c1e1866-b0c4-4e07-91cc-633d9c28dc3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52e99af-e22b-4a66-9c8b-20198721f0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454beaa3-a1fb-4dfd-bbf1-cfc6f70e07ce"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c1e1866-b0c4-4e07-91cc-633d9c28dc39"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a5c0da12-cd0d-4e5b-a95e-12251753d4fb}" ma:internalName="TaxCatchAll" ma:showField="CatchAllData" ma:web="1c1e1866-b0c4-4e07-91cc-633d9c28dc39">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1c1e1866-b0c4-4e07-91cc-633d9c28dc39" xsi:nil="true"/>
    <lcf76f155ced4ddcb4097134ff3c332f xmlns="e52e99af-e22b-4a66-9c8b-20198721f09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54E57CB5-71A6-43B2-9022-54BE3214FC36}">
  <ds:schemaRefs>
    <ds:schemaRef ds:uri="http://schemas.microsoft.com/sharepoint/v3/contenttype/forms"/>
  </ds:schemaRefs>
</ds:datastoreItem>
</file>

<file path=customXml/itemProps2.xml><?xml version="1.0" encoding="utf-8"?>
<ds:datastoreItem xmlns:ds="http://schemas.openxmlformats.org/officeDocument/2006/customXml" ds:itemID="{443EB894-330F-4C01-A8E1-709F89D81442}"/>
</file>

<file path=customXml/itemProps3.xml><?xml version="1.0" encoding="utf-8"?>
<ds:datastoreItem xmlns:ds="http://schemas.openxmlformats.org/officeDocument/2006/customXml" ds:itemID="{160ED0A0-7655-41F5-B355-23C08BC1A994}">
  <ds:schemaRefs>
    <ds:schemaRef ds:uri="1c1e1866-b0c4-4e07-91cc-633d9c28dc39"/>
    <ds:schemaRef ds:uri="e52e99af-e22b-4a66-9c8b-20198721f093"/>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9</Slides>
  <Notes>0</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Standard</vt:lpstr>
      <vt:lpstr>Destination Earth</vt:lpstr>
      <vt:lpstr> </vt:lpstr>
      <vt:lpstr> </vt:lpstr>
      <vt:lpstr> </vt:lpstr>
      <vt:lpstr> </vt:lpstr>
      <vt:lpstr> </vt:lpstr>
      <vt:lpstr> </vt:lpstr>
      <vt:lpstr>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Utente di Microsoft Office</dc:creator>
  <cp:revision>6</cp:revision>
  <dcterms:created xsi:type="dcterms:W3CDTF">2022-02-17T16:07:10Z</dcterms:created>
  <dcterms:modified xsi:type="dcterms:W3CDTF">2024-04-03T08:24:13Z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0x010100831B0877AE03854480FC574A68B37D74</vt:lpwstr>
  </property>
  <property fmtid="{D5CDD505-2E9C-101B-9397-08002B2CF9AE}" pid="3" name="MediaServiceImageTags">
    <vt:lpwstr/>
  </property>
</Properties>
</file>